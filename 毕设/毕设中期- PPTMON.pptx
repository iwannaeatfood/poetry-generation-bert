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3.xml" ContentType="application/vnd.openxmlformats-officedocument.theme+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theme/theme4.xml" ContentType="application/vnd.openxmlformats-officedocument.theme+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73" r:id="rId2"/>
    <p:sldMasterId id="2147483698" r:id="rId3"/>
    <p:sldMasterId id="2147483723" r:id="rId4"/>
    <p:sldMasterId id="2147483748" r:id="rId5"/>
  </p:sldMasterIdLst>
  <p:notesMasterIdLst>
    <p:notesMasterId r:id="rId18"/>
  </p:notesMasterIdLst>
  <p:handoutMasterIdLst>
    <p:handoutMasterId r:id="rId19"/>
  </p:handoutMasterIdLst>
  <p:sldIdLst>
    <p:sldId id="277" r:id="rId6"/>
    <p:sldId id="257" r:id="rId7"/>
    <p:sldId id="389" r:id="rId8"/>
    <p:sldId id="456" r:id="rId9"/>
    <p:sldId id="488" r:id="rId10"/>
    <p:sldId id="515" r:id="rId11"/>
    <p:sldId id="514" r:id="rId12"/>
    <p:sldId id="451" r:id="rId13"/>
    <p:sldId id="489" r:id="rId14"/>
    <p:sldId id="455" r:id="rId15"/>
    <p:sldId id="448" r:id="rId16"/>
    <p:sldId id="293" r:id="rId17"/>
  </p:sldIdLst>
  <p:sldSz cx="12192000" cy="6858000"/>
  <p:notesSz cx="6858000" cy="9144000"/>
  <p:embeddedFontLst>
    <p:embeddedFont>
      <p:font typeface="Bebas Neue" panose="020B0000000000000000" pitchFamily="34" charset="0"/>
      <p:regular r:id="rId20"/>
    </p:embeddedFont>
    <p:embeddedFont>
      <p:font typeface="Malgun Gothic" panose="020B0503020000020004" pitchFamily="34" charset="-127"/>
      <p:regular r:id="rId21"/>
      <p:bold r:id="rId22"/>
    </p:embeddedFont>
    <p:embeddedFont>
      <p:font typeface="Overpass Light" panose="00000400000000000000"/>
      <p:regular r:id="rId23"/>
    </p:embeddedFont>
    <p:embeddedFont>
      <p:font typeface="Poppins Light" panose="00000400000000000000" pitchFamily="2" charset="0"/>
      <p:regular r:id="rId24"/>
      <p:italic r:id="rId25"/>
    </p:embeddedFont>
  </p:embeddedFontLst>
  <p:custDataLst>
    <p:tags r:id="rId26"/>
  </p:custData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55E"/>
    <a:srgbClr val="0F0C1C"/>
    <a:srgbClr val="000016"/>
    <a:srgbClr val="D91A1A"/>
    <a:srgbClr val="141A72"/>
    <a:srgbClr val="E9E8EA"/>
    <a:srgbClr val="D24039"/>
    <a:srgbClr val="3053D5"/>
    <a:srgbClr val="132294"/>
    <a:srgbClr val="66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06" autoAdjust="0"/>
    <p:restoredTop sz="71580" autoAdjust="0"/>
  </p:normalViewPr>
  <p:slideViewPr>
    <p:cSldViewPr snapToGrid="0">
      <p:cViewPr varScale="1">
        <p:scale>
          <a:sx n="65" d="100"/>
          <a:sy n="65" d="100"/>
        </p:scale>
        <p:origin x="1469" y="38"/>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58" d="100"/>
          <a:sy n="58" d="100"/>
        </p:scale>
        <p:origin x="2172"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26" Type="http://schemas.openxmlformats.org/officeDocument/2006/relationships/tags" Target="tags/tag1.xml"/><Relationship Id="rId3" Type="http://schemas.openxmlformats.org/officeDocument/2006/relationships/slideMaster" Target="slideMasters/slideMaster3.xml"/><Relationship Id="rId21" Type="http://schemas.openxmlformats.org/officeDocument/2006/relationships/font" Target="fonts/font2.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6.fntdata"/><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5.fntdata"/><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4" name="바닥글 개체 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7E3EF34-7656-4396-AEBE-2B554E5E9341}" type="slidenum">
              <a:rPr lang="ko-KR" altLang="en-US" smtClean="0"/>
              <a:t>‹#›</a:t>
            </a:fld>
            <a:endParaRPr lang="ko-KR"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A49F08-9100-4AF5-BC0A-FC6A093BE3CC}" type="datetimeFigureOut">
              <a:rPr lang="ko-KR" altLang="en-US" smtClean="0"/>
              <a:t>2023-12-14</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8FC7D2-309F-4B1D-AF63-DB3D4B544859}" type="slidenum">
              <a:rPr lang="ko-KR" altLang="en-US" smtClean="0"/>
              <a:t>‹#›</a:t>
            </a:fld>
            <a:endParaRPr lang="ko-KR" altLang="en-US"/>
          </a:p>
        </p:txBody>
      </p:sp>
    </p:spTree>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I believe that </a:t>
            </a:r>
            <a:r>
              <a:rPr lang="en-US" altLang="zh-CN" dirty="0"/>
              <a:t>most</a:t>
            </a:r>
            <a:r>
              <a:rPr lang="zh-CN" altLang="en-US" dirty="0"/>
              <a:t> of </a:t>
            </a:r>
            <a:r>
              <a:rPr lang="en-US" altLang="zh-CN" dirty="0"/>
              <a:t>us</a:t>
            </a:r>
            <a:r>
              <a:rPr lang="zh-CN" altLang="en-US" dirty="0"/>
              <a:t> are studying relevant fields, so I don't need to go into details.To implement a Chinese text generation model, </a:t>
            </a:r>
            <a:r>
              <a:rPr lang="en-US" altLang="zh-CN" dirty="0"/>
              <a:t>I</a:t>
            </a:r>
            <a:r>
              <a:rPr lang="zh-CN" altLang="en-US" dirty="0"/>
              <a:t> need to train the model through deep learning t</a:t>
            </a:r>
            <a:r>
              <a:rPr lang="en-US" altLang="zh-CN" dirty="0"/>
              <a:t>e</a:t>
            </a:r>
            <a:r>
              <a:rPr lang="zh-CN" altLang="en-US" dirty="0"/>
              <a:t>chniques so that it can capture the </a:t>
            </a:r>
            <a:r>
              <a:rPr lang="en-US" altLang="zh-CN" dirty="0"/>
              <a:t>details</a:t>
            </a:r>
            <a:r>
              <a:rPr lang="zh-CN" altLang="en-US" dirty="0"/>
              <a:t> and cultural characteristics of the language. This often involves large amounts of textual data, as well as continuous training and optimization of the model.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dirty="0"/>
              <a:t>I first learned about successful cases in</a:t>
            </a:r>
            <a:r>
              <a:rPr lang="en-US" dirty="0"/>
              <a:t> this</a:t>
            </a:r>
            <a:r>
              <a:rPr dirty="0"/>
              <a:t> </a:t>
            </a:r>
            <a:r>
              <a:rPr dirty="0" err="1"/>
              <a:t>fields</a:t>
            </a:r>
            <a:r>
              <a:rPr lang="en-US" dirty="0" err="1"/>
              <a:t>.</a:t>
            </a:r>
            <a:r>
              <a:rPr dirty="0" err="1"/>
              <a:t>Tsinghua’s</a:t>
            </a:r>
            <a:r>
              <a:rPr dirty="0"/>
              <a:t> </a:t>
            </a:r>
            <a:r>
              <a:rPr dirty="0" err="1"/>
              <a:t>JiuGe</a:t>
            </a:r>
            <a:r>
              <a:rPr dirty="0"/>
              <a:t> is an AI poetry writing system developed by </a:t>
            </a:r>
            <a:r>
              <a:rPr dirty="0" err="1"/>
              <a:t>qinghua</a:t>
            </a:r>
            <a:r>
              <a:rPr dirty="0"/>
              <a:t> university. The </a:t>
            </a:r>
            <a:r>
              <a:rPr dirty="0" err="1"/>
              <a:t>JiuGe</a:t>
            </a:r>
            <a:r>
              <a:rPr dirty="0"/>
              <a:t> system uses the latest deep learning technology, combined with multiple models specifically designed for poetry generation. These models can learn and understand various ”hidden rules” of poetry, such as the level and oblique tones of verses, and rhyme regulations.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In order to learn more, I tried to reproduce their project, and here is a screenshot of some of the code</a:t>
            </a:r>
            <a:r>
              <a:rPr lang="en-US" altLang="zh-CN" dirty="0"/>
              <a:t>s</a:t>
            </a:r>
            <a:r>
              <a:rPr lang="zh-CN" altLang="en-US" dirty="0"/>
              <a:t>. In the end, I came up with the following advantages and areas that still need improvement</a:t>
            </a:r>
            <a:r>
              <a:rPr lang="en-US" altLang="zh-CN" dirty="0"/>
              <a:t>.The main features of Tsinghua Nine Songs include: the ability to process different types of input, such as text or pictures to inspire poetry; Can produce a variety of genres and styles of poetry, including quatrains, rhythmic poems, etc. and the drawbacks are also obvious: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sym typeface="+mn-ea"/>
              </a:rPr>
              <a:t>After that </a:t>
            </a:r>
            <a:r>
              <a:rPr>
                <a:sym typeface="+mn-ea"/>
              </a:rPr>
              <a:t>I looked at bing chat, Microsoft's new chatbot, and I also summarized its </a:t>
            </a:r>
            <a:r>
              <a:rPr lang="en-US">
                <a:sym typeface="+mn-ea"/>
              </a:rPr>
              <a:t>feature</a:t>
            </a:r>
            <a:r>
              <a:rPr>
                <a:sym typeface="+mn-ea"/>
              </a:rPr>
              <a:t>s</a:t>
            </a:r>
            <a:r>
              <a:rPr lang="en-US">
                <a:sym typeface="+mn-ea"/>
              </a:rPr>
              <a:t>.The reason I studied bing AI is that, unlike ChatGPT, which focuses on technologies and applications for natural language understanding and generation, to help users better understand and generate natural language, bing AI is more focused on search-related technologies and applications.B</a:t>
            </a:r>
            <a:r>
              <a:rPr>
                <a:sym typeface="+mn-ea"/>
              </a:rPr>
              <a:t>ut since this is not an open source project, I have not been able to reproduce it successfully.</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After determining my direction, I realized that I needed a detailed plan to help me realize my research</a:t>
            </a:r>
          </a:p>
        </p:txBody>
      </p:sp>
      <p:sp>
        <p:nvSpPr>
          <p:cNvPr id="4" name="灯片编号占位符 3"/>
          <p:cNvSpPr>
            <a:spLocks noGrp="1"/>
          </p:cNvSpPr>
          <p:nvPr>
            <p:ph type="sldNum" sz="quarter" idx="5"/>
          </p:nvPr>
        </p:nvSpPr>
        <p:spPr/>
        <p:txBody>
          <a:bodyPr/>
          <a:lstStyle/>
          <a:p>
            <a:fld id="{F08FC7D2-309F-4B1D-AF63-DB3D4B544859}" type="slidenum">
              <a:rPr lang="ko-KR" altLang="en-US" smtClean="0"/>
              <a:t>9</a:t>
            </a:fld>
            <a:endParaRPr lang="ko-KR" altLang="en-US"/>
          </a:p>
        </p:txBody>
      </p:sp>
    </p:spTree>
    <p:extLst>
      <p:ext uri="{BB962C8B-B14F-4D97-AF65-F5344CB8AC3E}">
        <p14:creationId xmlns:p14="http://schemas.microsoft.com/office/powerpoint/2010/main" val="846764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After determining my direction, I realized that I needed a detailed plan to help me realize my research. I combined the knowledge related to software design learned before, kept the thinking of agile development, and set up milestones and </a:t>
            </a:r>
            <a:r>
              <a:rPr lang="en-US" altLang="zh-CN" dirty="0"/>
              <a:t>sprints I divided my tasks into the following parts: data collection, model selection, model training, testing and optimization. My next job is to continue the reproduction and learning of the poetry generation project.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2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3.sv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2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2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3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3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3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40.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4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ptmon.com/" TargetMode="External"/><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3.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ptmon.com/" TargetMode="External"/><Relationship Id="rId1" Type="http://schemas.openxmlformats.org/officeDocument/2006/relationships/slideMaster" Target="../slideMasters/slideMaster2.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3.svg"/></Relationships>
</file>

<file path=ppt/slideLayouts/_rels/slideLayout4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5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5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5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5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5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5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5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5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60.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6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6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6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6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6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6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6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6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70.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ptmon.com/" TargetMode="External"/><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3.sv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ptmon.com/" TargetMode="External"/><Relationship Id="rId1" Type="http://schemas.openxmlformats.org/officeDocument/2006/relationships/slideMaster" Target="../slideMasters/slideMaster3.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3.svg"/></Relationships>
</file>

<file path=ppt/slideLayouts/_rels/slideLayout7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7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7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7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7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7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80.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8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8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8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8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8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8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8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8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8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90.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9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9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9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9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ptmon.com/" TargetMode="External"/><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3.svg"/></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ptmon.com/" TargetMode="External"/><Relationship Id="rId1" Type="http://schemas.openxmlformats.org/officeDocument/2006/relationships/slideMaster" Target="../slideMasters/slideMaster4.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3.svg"/></Relationships>
</file>

<file path=ppt/slideLayouts/_rels/slideLayout9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9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9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00.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10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0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0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0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0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0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0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10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09.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10.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1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12.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13.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11.svg"/><Relationship Id="rId2" Type="http://schemas.openxmlformats.org/officeDocument/2006/relationships/hyperlink" Target="http://pptmon.com/" TargetMode="External"/><Relationship Id="rId16" Type="http://schemas.openxmlformats.org/officeDocument/2006/relationships/image" Target="../media/image9.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10.png"/><Relationship Id="rId5" Type="http://schemas.openxmlformats.org/officeDocument/2006/relationships/hyperlink" Target="https://pptmon.com/" TargetMode="External"/><Relationship Id="rId1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3.svg"/></Relationships>
</file>

<file path=ppt/slideLayouts/_rels/slideLayout114.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15.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16.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17.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18.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9.svg"/><Relationship Id="rId2" Type="http://schemas.openxmlformats.org/officeDocument/2006/relationships/hyperlink" Target="http://pptmon.com/" TargetMode="External"/><Relationship Id="rId16" Type="http://schemas.openxmlformats.org/officeDocument/2006/relationships/image" Target="../media/image13.svg"/><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11" Type="http://schemas.openxmlformats.org/officeDocument/2006/relationships/image" Target="../media/image8.png"/><Relationship Id="rId5" Type="http://schemas.openxmlformats.org/officeDocument/2006/relationships/hyperlink" Target="https://pptmon.com/" TargetMode="External"/><Relationship Id="rId15" Type="http://schemas.openxmlformats.org/officeDocument/2006/relationships/image" Target="../media/image12.png"/><Relationship Id="rId10" Type="http://schemas.openxmlformats.org/officeDocument/2006/relationships/image" Target="../media/image7.svg"/><Relationship Id="rId4" Type="http://schemas.openxmlformats.org/officeDocument/2006/relationships/image" Target="../media/image3.svg"/><Relationship Id="rId9" Type="http://schemas.openxmlformats.org/officeDocument/2006/relationships/image" Target="../media/image6.png"/><Relationship Id="rId14" Type="http://schemas.openxmlformats.org/officeDocument/2006/relationships/image" Target="../media/image11.sv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ptmon.com/" TargetMode="External"/><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3.svg"/></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ptmon.com/" TargetMode="External"/><Relationship Id="rId1" Type="http://schemas.openxmlformats.org/officeDocument/2006/relationships/slideMaster" Target="../slideMasters/slideMaster5.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PTMON title">
    <p:spTree>
      <p:nvGrpSpPr>
        <p:cNvPr id="1" name=""/>
        <p:cNvGrpSpPr/>
        <p:nvPr/>
      </p:nvGrpSpPr>
      <p:grpSpPr>
        <a:xfrm>
          <a:off x="0" y="0"/>
          <a:ext cx="0" cy="0"/>
          <a:chOff x="0" y="0"/>
          <a:chExt cx="0" cy="0"/>
        </a:xfrm>
      </p:grpSpPr>
      <p:pic>
        <p:nvPicPr>
          <p:cNvPr id="19"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1" name="TextBox 20">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3" name="그래픽 2"/>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435922" y="5995988"/>
            <a:ext cx="406400" cy="406400"/>
          </a:xfrm>
          <a:prstGeom prst="rect">
            <a:avLst/>
          </a:prstGeom>
        </p:spPr>
      </p:pic>
      <p:pic>
        <p:nvPicPr>
          <p:cNvPr id="4" name="그래픽 3"/>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a:off x="10363200" y="1600200"/>
            <a:ext cx="1828800" cy="3657600"/>
          </a:xfrm>
          <a:prstGeom prst="rect">
            <a:avLst/>
          </a:prstGeom>
        </p:spPr>
      </p:pic>
      <p:pic>
        <p:nvPicPr>
          <p:cNvPr id="5" name="그래픽 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898953" y="5259388"/>
            <a:ext cx="1143000" cy="1143000"/>
          </a:xfrm>
          <a:prstGeom prst="rect">
            <a:avLst/>
          </a:prstGeom>
        </p:spPr>
      </p:pic>
      <p:pic>
        <p:nvPicPr>
          <p:cNvPr id="6" name="그래픽 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584628" y="596983"/>
            <a:ext cx="885825" cy="295275"/>
          </a:xfrm>
          <a:prstGeom prst="rect">
            <a:avLst/>
          </a:prstGeom>
        </p:spPr>
      </p:pic>
      <p:pic>
        <p:nvPicPr>
          <p:cNvPr id="8" name="그래픽 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435922" y="455612"/>
            <a:ext cx="342900" cy="2009775"/>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a:off x="0" y="1600200"/>
            <a:ext cx="1828800" cy="36576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PPTMON titl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02065" y="268288"/>
            <a:ext cx="406400" cy="406400"/>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a:off x="0" y="0"/>
            <a:ext cx="1828800" cy="1828800"/>
          </a:xfrm>
          <a:prstGeom prst="rect">
            <a:avLst/>
          </a:prstGeom>
        </p:spPr>
      </p:pic>
      <p:pic>
        <p:nvPicPr>
          <p:cNvPr id="21" name="그래픽 20"/>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930504" y="1184275"/>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309990" y="5795962"/>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a:off x="10574354" y="-407987"/>
            <a:ext cx="342900" cy="2009775"/>
          </a:xfrm>
          <a:prstGeom prst="rect">
            <a:avLst/>
          </a:prstGeom>
        </p:spPr>
      </p:pic>
      <p:pic>
        <p:nvPicPr>
          <p:cNvPr id="29" name="그래픽 28"/>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a:off x="10363200" y="5029200"/>
            <a:ext cx="1828800" cy="18288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PPTMON titl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5" name="TextBox 1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334549" y="5956299"/>
            <a:ext cx="406400" cy="406400"/>
          </a:xfrm>
          <a:prstGeom prst="rect">
            <a:avLst/>
          </a:prstGeom>
        </p:spPr>
      </p:pic>
      <p:pic>
        <p:nvPicPr>
          <p:cNvPr id="19" name="그래픽 18"/>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4267200" y="5029200"/>
            <a:ext cx="3657600" cy="1828800"/>
          </a:xfrm>
          <a:prstGeom prst="rect">
            <a:avLst/>
          </a:prstGeom>
        </p:spPr>
      </p:pic>
      <p:pic>
        <p:nvPicPr>
          <p:cNvPr id="20" name="그래픽 19"/>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71223" y="874315"/>
            <a:ext cx="1143000" cy="1143000"/>
          </a:xfrm>
          <a:prstGeom prst="rect">
            <a:avLst/>
          </a:prstGeom>
        </p:spPr>
      </p:pic>
      <p:pic>
        <p:nvPicPr>
          <p:cNvPr id="21" name="그래픽 20"/>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71261" y="431006"/>
            <a:ext cx="885825" cy="295275"/>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4267200" y="0"/>
            <a:ext cx="3657600" cy="1828800"/>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277828" y="463551"/>
            <a:ext cx="342900" cy="20097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571273" y="4384674"/>
            <a:ext cx="342900" cy="200977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PPTMON titl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498247" y="354012"/>
            <a:ext cx="406400" cy="406400"/>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a:off x="8534400" y="0"/>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815622" y="6208713"/>
            <a:ext cx="885825" cy="295275"/>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90553" y="404812"/>
            <a:ext cx="342900" cy="20097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a:off x="0" y="5029199"/>
            <a:ext cx="3657600" cy="1828800"/>
          </a:xfrm>
          <a:prstGeom prst="rect">
            <a:avLst/>
          </a:prstGeom>
        </p:spPr>
      </p:pic>
      <p:pic>
        <p:nvPicPr>
          <p:cNvPr id="21" name="그래픽 2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727304" y="1065213"/>
            <a:ext cx="1143000" cy="11430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PPTMON slide">
    <p:spTree>
      <p:nvGrpSpPr>
        <p:cNvPr id="1" name=""/>
        <p:cNvGrpSpPr/>
        <p:nvPr/>
      </p:nvGrpSpPr>
      <p:grpSpPr>
        <a:xfrm>
          <a:off x="0" y="0"/>
          <a:ext cx="0" cy="0"/>
          <a:chOff x="0" y="0"/>
          <a:chExt cx="0" cy="0"/>
        </a:xfrm>
      </p:grpSpPr>
      <p:sp>
        <p:nvSpPr>
          <p:cNvPr id="65" name="그림 개체 틀 4"/>
          <p:cNvSpPr>
            <a:spLocks noGrp="1"/>
          </p:cNvSpPr>
          <p:nvPr>
            <p:ph type="pic" sz="quarter" idx="10"/>
          </p:nvPr>
        </p:nvSpPr>
        <p:spPr>
          <a:xfrm>
            <a:off x="3570514" y="0"/>
            <a:ext cx="8621486" cy="1712973"/>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2000" b="0"/>
            </a:lvl1pPr>
          </a:lstStyle>
          <a:p>
            <a:r>
              <a:rPr lang="en-US" altLang="ko-KR" dirty="0"/>
              <a:t>Click icon to add picture</a:t>
            </a:r>
            <a:endParaRPr lang="ko-KR" altLang="en-US" dirty="0"/>
          </a:p>
        </p:txBody>
      </p:sp>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7" name="그래픽 1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49247" y="5945187"/>
            <a:ext cx="406400" cy="406400"/>
          </a:xfrm>
          <a:prstGeom prst="rect">
            <a:avLst/>
          </a:prstGeom>
        </p:spPr>
      </p:pic>
      <p:pic>
        <p:nvPicPr>
          <p:cNvPr id="18" name="그래픽 1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0" y="0"/>
            <a:ext cx="3570514" cy="1785257"/>
          </a:xfrm>
          <a:prstGeom prst="rect">
            <a:avLst/>
          </a:prstGeom>
        </p:spPr>
      </p:pic>
      <p:pic>
        <p:nvPicPr>
          <p:cNvPr id="19" name="그래픽 1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1081657" y="2116221"/>
            <a:ext cx="1143000" cy="1143000"/>
          </a:xfrm>
          <a:prstGeom prst="rect">
            <a:avLst/>
          </a:prstGeom>
        </p:spPr>
      </p:pic>
      <p:pic>
        <p:nvPicPr>
          <p:cNvPr id="20" name="그래픽 1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56520" y="1562183"/>
            <a:ext cx="885825" cy="295275"/>
          </a:xfrm>
          <a:prstGeom prst="rect">
            <a:avLst/>
          </a:prstGeom>
        </p:spPr>
      </p:pic>
      <p:pic>
        <p:nvPicPr>
          <p:cNvPr id="21" name="그래픽 2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399853" y="4341812"/>
            <a:ext cx="342900" cy="200977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PPTMON slide">
    <p:spTree>
      <p:nvGrpSpPr>
        <p:cNvPr id="1" name=""/>
        <p:cNvGrpSpPr/>
        <p:nvPr/>
      </p:nvGrpSpPr>
      <p:grpSpPr>
        <a:xfrm>
          <a:off x="0" y="0"/>
          <a:ext cx="0" cy="0"/>
          <a:chOff x="0" y="0"/>
          <a:chExt cx="0" cy="0"/>
        </a:xfrm>
      </p:grpSpPr>
      <p:sp>
        <p:nvSpPr>
          <p:cNvPr id="30" name="그림 개체 틀 4"/>
          <p:cNvSpPr>
            <a:spLocks noGrp="1"/>
          </p:cNvSpPr>
          <p:nvPr>
            <p:ph type="pic" sz="quarter" idx="10"/>
          </p:nvPr>
        </p:nvSpPr>
        <p:spPr>
          <a:xfrm>
            <a:off x="3570514" y="0"/>
            <a:ext cx="8621486" cy="1712973"/>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2000"/>
            </a:lvl1pPr>
          </a:lstStyle>
          <a:p>
            <a:r>
              <a:rPr lang="en-US" altLang="ko-KR" dirty="0"/>
              <a:t>Click icon to add picture</a:t>
            </a:r>
            <a:endParaRPr lang="ko-KR" altLang="en-US" dirty="0"/>
          </a:p>
        </p:txBody>
      </p:sp>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7" name="그래픽 1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11369010" y="5945187"/>
            <a:ext cx="406400" cy="406400"/>
          </a:xfrm>
          <a:prstGeom prst="rect">
            <a:avLst/>
          </a:prstGeom>
        </p:spPr>
      </p:pic>
      <p:pic>
        <p:nvPicPr>
          <p:cNvPr id="18" name="그래픽 1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0" y="0"/>
            <a:ext cx="3570514" cy="1785257"/>
          </a:xfrm>
          <a:prstGeom prst="rect">
            <a:avLst/>
          </a:prstGeom>
        </p:spPr>
      </p:pic>
      <p:pic>
        <p:nvPicPr>
          <p:cNvPr id="21" name="그래픽 20"/>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0" y="2116221"/>
            <a:ext cx="1143000" cy="1143000"/>
          </a:xfrm>
          <a:prstGeom prst="rect">
            <a:avLst/>
          </a:prstGeom>
        </p:spPr>
      </p:pic>
      <p:pic>
        <p:nvPicPr>
          <p:cNvPr id="22" name="그래픽 21"/>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2228169" y="114383"/>
            <a:ext cx="885825" cy="295275"/>
          </a:xfrm>
          <a:prstGeom prst="rect">
            <a:avLst/>
          </a:prstGeom>
        </p:spPr>
      </p:pic>
      <p:pic>
        <p:nvPicPr>
          <p:cNvPr id="23" name="그래픽 22"/>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481904" y="4341812"/>
            <a:ext cx="342900" cy="200977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PPTMON slide">
    <p:spTree>
      <p:nvGrpSpPr>
        <p:cNvPr id="1" name=""/>
        <p:cNvGrpSpPr/>
        <p:nvPr/>
      </p:nvGrpSpPr>
      <p:grpSpPr>
        <a:xfrm>
          <a:off x="0" y="0"/>
          <a:ext cx="0" cy="0"/>
          <a:chOff x="0" y="0"/>
          <a:chExt cx="0" cy="0"/>
        </a:xfrm>
      </p:grpSpPr>
      <p:pic>
        <p:nvPicPr>
          <p:cNvPr id="17"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387704" y="6152162"/>
            <a:ext cx="406400" cy="406400"/>
          </a:xfrm>
          <a:prstGeom prst="rect">
            <a:avLst/>
          </a:prstGeom>
        </p:spPr>
      </p:pic>
      <p:pic>
        <p:nvPicPr>
          <p:cNvPr id="21" name="그래픽 20"/>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8534400" y="0"/>
            <a:ext cx="3657600" cy="3657600"/>
          </a:xfrm>
          <a:prstGeom prst="rect">
            <a:avLst/>
          </a:prstGeom>
        </p:spPr>
      </p:pic>
      <p:pic>
        <p:nvPicPr>
          <p:cNvPr id="23" name="그래픽 22"/>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816204" y="4778974"/>
            <a:ext cx="1143000" cy="1143000"/>
          </a:xfrm>
          <a:prstGeom prst="rect">
            <a:avLst/>
          </a:prstGeom>
        </p:spPr>
      </p:pic>
      <p:pic>
        <p:nvPicPr>
          <p:cNvPr id="24" name="그래픽 23"/>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248347" y="769421"/>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a:off x="1231334" y="5350475"/>
            <a:ext cx="342900" cy="2009775"/>
          </a:xfrm>
          <a:prstGeom prst="rect">
            <a:avLst/>
          </a:prstGeom>
        </p:spPr>
      </p:pic>
      <p:sp>
        <p:nvSpPr>
          <p:cNvPr id="30" name="그림 개체 틀 2"/>
          <p:cNvSpPr>
            <a:spLocks noGrp="1"/>
          </p:cNvSpPr>
          <p:nvPr userDrawn="1">
            <p:ph type="pic" sz="quarter" idx="14"/>
          </p:nvPr>
        </p:nvSpPr>
        <p:spPr>
          <a:xfrm>
            <a:off x="7125607" y="1507525"/>
            <a:ext cx="3840758" cy="3842950"/>
          </a:xfrm>
          <a:prstGeom prst="ellipse">
            <a:avLst/>
          </a:prstGeom>
          <a:pattFill prst="pct10">
            <a:fgClr>
              <a:schemeClr val="bg1">
                <a:lumMod val="75000"/>
              </a:schemeClr>
            </a:fgClr>
            <a:bgClr>
              <a:schemeClr val="bg1">
                <a:lumMod val="95000"/>
              </a:schemeClr>
            </a:bgClr>
          </a:pattFill>
        </p:spPr>
        <p:txBody>
          <a:bodyPr tIns="720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1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349678" y="5995988"/>
            <a:ext cx="406400" cy="406400"/>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a:off x="0" y="1600200"/>
            <a:ext cx="1828800" cy="3657600"/>
          </a:xfrm>
          <a:prstGeom prst="rect">
            <a:avLst/>
          </a:prstGeom>
        </p:spPr>
      </p:pic>
      <p:pic>
        <p:nvPicPr>
          <p:cNvPr id="24" name="그래픽 23"/>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0150047" y="5259388"/>
            <a:ext cx="1143000" cy="1143000"/>
          </a:xfrm>
          <a:prstGeom prst="rect">
            <a:avLst/>
          </a:prstGeom>
        </p:spPr>
      </p:pic>
      <p:pic>
        <p:nvPicPr>
          <p:cNvPr id="25" name="그래픽 24"/>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721547" y="596983"/>
            <a:ext cx="885825" cy="295275"/>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413178" y="455612"/>
            <a:ext cx="342900" cy="2009775"/>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a:off x="10363200" y="1600200"/>
            <a:ext cx="1828800" cy="36576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11383535" y="268288"/>
            <a:ext cx="406400" cy="406400"/>
          </a:xfrm>
          <a:prstGeom prst="rect">
            <a:avLst/>
          </a:prstGeom>
        </p:spPr>
      </p:pic>
      <p:pic>
        <p:nvPicPr>
          <p:cNvPr id="22" name="그래픽 21"/>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H="1">
            <a:off x="10363200" y="0"/>
            <a:ext cx="1828800" cy="1828800"/>
          </a:xfrm>
          <a:prstGeom prst="rect">
            <a:avLst/>
          </a:prstGeom>
        </p:spPr>
      </p:pic>
      <p:pic>
        <p:nvPicPr>
          <p:cNvPr id="23" name="그래픽 22"/>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18496" y="1184275"/>
            <a:ext cx="1143000" cy="1143000"/>
          </a:xfrm>
          <a:prstGeom prst="rect">
            <a:avLst/>
          </a:prstGeom>
        </p:spPr>
      </p:pic>
      <p:pic>
        <p:nvPicPr>
          <p:cNvPr id="24" name="그래픽 23"/>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5400000" flipH="1">
            <a:off x="10996185" y="5795962"/>
            <a:ext cx="885825" cy="295275"/>
          </a:xfrm>
          <a:prstGeom prst="rect">
            <a:avLst/>
          </a:prstGeom>
        </p:spPr>
      </p:pic>
      <p:pic>
        <p:nvPicPr>
          <p:cNvPr id="25" name="그래픽 24"/>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16200000" flipH="1">
            <a:off x="1274746" y="-407987"/>
            <a:ext cx="342900" cy="2009775"/>
          </a:xfrm>
          <a:prstGeom prst="rect">
            <a:avLst/>
          </a:prstGeom>
        </p:spPr>
      </p:pic>
      <p:pic>
        <p:nvPicPr>
          <p:cNvPr id="26" name="그래픽 25"/>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H="1">
            <a:off x="0" y="5029200"/>
            <a:ext cx="1828800" cy="18288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5" name="TextBox 1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431144" y="6102349"/>
            <a:ext cx="406400" cy="406400"/>
          </a:xfrm>
          <a:prstGeom prst="rect">
            <a:avLst/>
          </a:prstGeom>
        </p:spPr>
      </p:pic>
      <p:pic>
        <p:nvPicPr>
          <p:cNvPr id="17" name="그래픽 1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3987372" y="5029200"/>
            <a:ext cx="3657600" cy="1828800"/>
          </a:xfrm>
          <a:prstGeom prst="rect">
            <a:avLst/>
          </a:prstGeom>
        </p:spPr>
      </p:pic>
      <p:pic>
        <p:nvPicPr>
          <p:cNvPr id="19" name="그래픽 1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0597949" y="874315"/>
            <a:ext cx="1143000" cy="1143000"/>
          </a:xfrm>
          <a:prstGeom prst="rect">
            <a:avLst/>
          </a:prstGeom>
        </p:spPr>
      </p:pic>
      <p:pic>
        <p:nvPicPr>
          <p:cNvPr id="22" name="그래픽 21"/>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555086" y="431006"/>
            <a:ext cx="885825" cy="295275"/>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3987372" y="0"/>
            <a:ext cx="3657600" cy="1828800"/>
          </a:xfrm>
          <a:prstGeom prst="rect">
            <a:avLst/>
          </a:prstGeom>
        </p:spPr>
      </p:pic>
      <p:pic>
        <p:nvPicPr>
          <p:cNvPr id="24" name="그래픽 23"/>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291444" y="463551"/>
            <a:ext cx="342900" cy="2009775"/>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10997999" y="4384674"/>
            <a:ext cx="342900" cy="200977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287353" y="354012"/>
            <a:ext cx="406400" cy="406400"/>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flipH="1">
            <a:off x="0" y="0"/>
            <a:ext cx="3657600" cy="1828800"/>
          </a:xfrm>
          <a:prstGeom prst="rect">
            <a:avLst/>
          </a:prstGeom>
        </p:spPr>
      </p:pic>
      <p:pic>
        <p:nvPicPr>
          <p:cNvPr id="24" name="그래픽 23"/>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490553" y="6208713"/>
            <a:ext cx="885825" cy="295275"/>
          </a:xfrm>
          <a:prstGeom prst="rect">
            <a:avLst/>
          </a:prstGeom>
        </p:spPr>
      </p:pic>
      <p:pic>
        <p:nvPicPr>
          <p:cNvPr id="25" name="그래픽 24"/>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1358547" y="404812"/>
            <a:ext cx="342900" cy="2009775"/>
          </a:xfrm>
          <a:prstGeom prst="rect">
            <a:avLst/>
          </a:prstGeom>
        </p:spPr>
      </p:pic>
      <p:pic>
        <p:nvPicPr>
          <p:cNvPr id="26" name="그래픽 25"/>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flipH="1">
            <a:off x="8534400" y="5029199"/>
            <a:ext cx="3657600" cy="1828800"/>
          </a:xfrm>
          <a:prstGeom prst="rect">
            <a:avLst/>
          </a:prstGeom>
        </p:spPr>
      </p:pic>
      <p:pic>
        <p:nvPicPr>
          <p:cNvPr id="27" name="그래픽 26"/>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321696" y="1065213"/>
            <a:ext cx="1143000" cy="114300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PPTMON slide">
    <p:spTree>
      <p:nvGrpSpPr>
        <p:cNvPr id="1" name=""/>
        <p:cNvGrpSpPr/>
        <p:nvPr/>
      </p:nvGrpSpPr>
      <p:grpSpPr>
        <a:xfrm>
          <a:off x="0" y="0"/>
          <a:ext cx="0" cy="0"/>
          <a:chOff x="0" y="0"/>
          <a:chExt cx="0" cy="0"/>
        </a:xfrm>
      </p:grpSpPr>
      <p:sp>
        <p:nvSpPr>
          <p:cNvPr id="31" name="그림 개체 틀 4"/>
          <p:cNvSpPr>
            <a:spLocks noGrp="1"/>
          </p:cNvSpPr>
          <p:nvPr>
            <p:ph type="pic" sz="quarter" idx="10"/>
          </p:nvPr>
        </p:nvSpPr>
        <p:spPr>
          <a:xfrm>
            <a:off x="1008357" y="1933576"/>
            <a:ext cx="4857162" cy="2247122"/>
          </a:xfrm>
          <a:prstGeom prst="rect">
            <a:avLst/>
          </a:prstGeom>
          <a:pattFill prst="pct10">
            <a:fgClr>
              <a:schemeClr val="bg1">
                <a:lumMod val="75000"/>
              </a:schemeClr>
            </a:fgClr>
            <a:bgClr>
              <a:schemeClr val="bg1">
                <a:lumMod val="95000"/>
              </a:schemeClr>
            </a:bgClr>
          </a:pattFill>
        </p:spPr>
        <p:txBody>
          <a:bodyPr bIns="432000" anchor="b"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
        <p:nvSpPr>
          <p:cNvPr id="32" name="그림 개체 틀 4"/>
          <p:cNvSpPr>
            <a:spLocks noGrp="1"/>
          </p:cNvSpPr>
          <p:nvPr>
            <p:ph type="pic" sz="quarter" idx="11"/>
          </p:nvPr>
        </p:nvSpPr>
        <p:spPr>
          <a:xfrm>
            <a:off x="6326483" y="1933576"/>
            <a:ext cx="4857162" cy="2247122"/>
          </a:xfrm>
          <a:prstGeom prst="rect">
            <a:avLst/>
          </a:prstGeom>
          <a:pattFill prst="pct10">
            <a:fgClr>
              <a:schemeClr val="bg1">
                <a:lumMod val="75000"/>
              </a:schemeClr>
            </a:fgClr>
            <a:bgClr>
              <a:schemeClr val="bg1">
                <a:lumMod val="95000"/>
              </a:schemeClr>
            </a:bgClr>
          </a:pattFill>
        </p:spPr>
        <p:txBody>
          <a:bodyPr bIns="432000" anchor="b"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pic>
        <p:nvPicPr>
          <p:cNvPr id="20"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4" name="TextBox 2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6" name="그래픽 2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449247" y="506413"/>
            <a:ext cx="406400" cy="406400"/>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0" y="5072743"/>
            <a:ext cx="3570514" cy="1785257"/>
          </a:xfrm>
          <a:prstGeom prst="rect">
            <a:avLst/>
          </a:prstGeom>
        </p:spPr>
      </p:pic>
      <p:pic>
        <p:nvPicPr>
          <p:cNvPr id="28" name="그래픽 2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1081657" y="3598779"/>
            <a:ext cx="1143000" cy="1143000"/>
          </a:xfrm>
          <a:prstGeom prst="rect">
            <a:avLst/>
          </a:prstGeom>
        </p:spPr>
      </p:pic>
      <p:pic>
        <p:nvPicPr>
          <p:cNvPr id="29" name="그래픽 2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49247" y="6203949"/>
            <a:ext cx="885825" cy="2952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399853" y="506413"/>
            <a:ext cx="342900" cy="2009775"/>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397896" y="6152162"/>
            <a:ext cx="406400" cy="406400"/>
          </a:xfrm>
          <a:prstGeom prst="rect">
            <a:avLst/>
          </a:prstGeom>
        </p:spPr>
      </p:pic>
      <p:pic>
        <p:nvPicPr>
          <p:cNvPr id="22" name="그래픽 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flipH="1">
            <a:off x="0" y="0"/>
            <a:ext cx="3657600" cy="3657600"/>
          </a:xfrm>
          <a:prstGeom prst="rect">
            <a:avLst/>
          </a:prstGeom>
        </p:spPr>
      </p:pic>
      <p:pic>
        <p:nvPicPr>
          <p:cNvPr id="25" name="그래픽 2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232796" y="4778974"/>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791128" y="515421"/>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11358547" y="4345587"/>
            <a:ext cx="342900" cy="2009775"/>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0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4" name="TextBox 1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435922" y="455612"/>
            <a:ext cx="406400" cy="406400"/>
          </a:xfrm>
          <a:prstGeom prst="rect">
            <a:avLst/>
          </a:prstGeom>
        </p:spPr>
      </p:pic>
      <p:pic>
        <p:nvPicPr>
          <p:cNvPr id="17" name="그래픽 1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V="1">
            <a:off x="10363200" y="1600200"/>
            <a:ext cx="1828800" cy="3657600"/>
          </a:xfrm>
          <a:prstGeom prst="rect">
            <a:avLst/>
          </a:prstGeom>
        </p:spPr>
      </p:pic>
      <p:pic>
        <p:nvPicPr>
          <p:cNvPr id="18" name="그래픽 1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898953" y="455612"/>
            <a:ext cx="1143000" cy="1143000"/>
          </a:xfrm>
          <a:prstGeom prst="rect">
            <a:avLst/>
          </a:prstGeom>
        </p:spPr>
      </p:pic>
      <p:pic>
        <p:nvPicPr>
          <p:cNvPr id="19" name="그래픽 1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584628" y="5965742"/>
            <a:ext cx="885825" cy="295275"/>
          </a:xfrm>
          <a:prstGeom prst="rect">
            <a:avLst/>
          </a:prstGeom>
        </p:spPr>
      </p:pic>
      <p:pic>
        <p:nvPicPr>
          <p:cNvPr id="20" name="그래픽 1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435922" y="4392613"/>
            <a:ext cx="342900" cy="2009775"/>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flipV="1">
            <a:off x="0" y="1600200"/>
            <a:ext cx="1828800" cy="365760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PPTMON slide">
    <p:spTree>
      <p:nvGrpSpPr>
        <p:cNvPr id="1" name=""/>
        <p:cNvGrpSpPr/>
        <p:nvPr/>
      </p:nvGrpSpPr>
      <p:grpSpPr>
        <a:xfrm>
          <a:off x="0" y="0"/>
          <a:ext cx="0" cy="0"/>
          <a:chOff x="0" y="0"/>
          <a:chExt cx="0" cy="0"/>
        </a:xfrm>
      </p:grpSpPr>
      <p:pic>
        <p:nvPicPr>
          <p:cNvPr id="10"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3" name="TextBox 12">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5" name="그래픽 14"/>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402065" y="6183312"/>
            <a:ext cx="406400" cy="406400"/>
          </a:xfrm>
          <a:prstGeom prst="rect">
            <a:avLst/>
          </a:prstGeom>
        </p:spPr>
      </p:pic>
      <p:pic>
        <p:nvPicPr>
          <p:cNvPr id="16" name="그래픽 15"/>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V="1">
            <a:off x="0" y="5029200"/>
            <a:ext cx="1828800" cy="1828800"/>
          </a:xfrm>
          <a:prstGeom prst="rect">
            <a:avLst/>
          </a:prstGeom>
        </p:spPr>
      </p:pic>
      <p:pic>
        <p:nvPicPr>
          <p:cNvPr id="17" name="그래픽 16"/>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0930504" y="4530725"/>
            <a:ext cx="1143000" cy="1143000"/>
          </a:xfrm>
          <a:prstGeom prst="rect">
            <a:avLst/>
          </a:prstGeom>
        </p:spPr>
      </p:pic>
      <p:pic>
        <p:nvPicPr>
          <p:cNvPr id="18" name="그래픽 17"/>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309990" y="766763"/>
            <a:ext cx="885825" cy="295275"/>
          </a:xfrm>
          <a:prstGeom prst="rect">
            <a:avLst/>
          </a:prstGeom>
        </p:spPr>
      </p:pic>
      <p:pic>
        <p:nvPicPr>
          <p:cNvPr id="19" name="그래픽 1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16200000" flipV="1">
            <a:off x="10574354" y="5256212"/>
            <a:ext cx="342900" cy="2009775"/>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V="1">
            <a:off x="10363200" y="0"/>
            <a:ext cx="1828800" cy="182880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2_PPTMON slide">
    <p:spTree>
      <p:nvGrpSpPr>
        <p:cNvPr id="1" name=""/>
        <p:cNvGrpSpPr/>
        <p:nvPr/>
      </p:nvGrpSpPr>
      <p:grpSpPr>
        <a:xfrm>
          <a:off x="0" y="0"/>
          <a:ext cx="0" cy="0"/>
          <a:chOff x="0" y="0"/>
          <a:chExt cx="0" cy="0"/>
        </a:xfrm>
      </p:grpSpPr>
      <p:pic>
        <p:nvPicPr>
          <p:cNvPr id="21"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2" name="TextBox 21">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4" name="그래픽 23"/>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334549" y="2412121"/>
            <a:ext cx="406400" cy="406400"/>
          </a:xfrm>
          <a:prstGeom prst="rect">
            <a:avLst/>
          </a:prstGeom>
        </p:spPr>
      </p:pic>
      <p:pic>
        <p:nvPicPr>
          <p:cNvPr id="25" name="그래픽 24"/>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0" y="1916820"/>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71223" y="4840685"/>
            <a:ext cx="1143000" cy="1143000"/>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71261" y="6131719"/>
            <a:ext cx="885825" cy="2952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8534400" y="5029200"/>
            <a:ext cx="3657600" cy="1828800"/>
          </a:xfrm>
          <a:prstGeom prst="rect">
            <a:avLst/>
          </a:prstGeom>
        </p:spPr>
      </p:pic>
      <p:pic>
        <p:nvPicPr>
          <p:cNvPr id="29" name="그래픽 2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277828" y="4384674"/>
            <a:ext cx="342900" cy="20097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571273" y="2380371"/>
            <a:ext cx="342900" cy="2009775"/>
          </a:xfrm>
          <a:prstGeom prst="rect">
            <a:avLst/>
          </a:prstGeom>
        </p:spPr>
      </p:pic>
      <p:sp>
        <p:nvSpPr>
          <p:cNvPr id="10" name="그림 개체 틀 2"/>
          <p:cNvSpPr>
            <a:spLocks noGrp="1"/>
          </p:cNvSpPr>
          <p:nvPr>
            <p:ph type="pic" sz="quarter" idx="11"/>
          </p:nvPr>
        </p:nvSpPr>
        <p:spPr>
          <a:xfrm>
            <a:off x="0" y="0"/>
            <a:ext cx="12192000" cy="1901371"/>
          </a:xfrm>
          <a:prstGeom prst="rect">
            <a:avLst/>
          </a:prstGeom>
          <a:pattFill prst="pct10">
            <a:fgClr>
              <a:schemeClr val="bg1">
                <a:lumMod val="75000"/>
              </a:schemeClr>
            </a:fgClr>
            <a:bgClr>
              <a:schemeClr val="bg1">
                <a:lumMod val="95000"/>
              </a:schemeClr>
            </a:bgClr>
          </a:pattFill>
        </p:spPr>
        <p:txBody>
          <a:bodyPr tIns="828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3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4" name="TextBox 1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4" name="그래픽 23"/>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498247" y="6097587"/>
            <a:ext cx="406400" cy="406400"/>
          </a:xfrm>
          <a:prstGeom prst="rect">
            <a:avLst/>
          </a:prstGeom>
        </p:spPr>
      </p:pic>
      <p:pic>
        <p:nvPicPr>
          <p:cNvPr id="25" name="그래픽 24"/>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flipV="1">
            <a:off x="8534400" y="5029199"/>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0815622" y="354011"/>
            <a:ext cx="885825" cy="295275"/>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90553" y="4443412"/>
            <a:ext cx="342900" cy="20097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flipV="1">
            <a:off x="0" y="0"/>
            <a:ext cx="3657600" cy="1828800"/>
          </a:xfrm>
          <a:prstGeom prst="rect">
            <a:avLst/>
          </a:prstGeom>
        </p:spPr>
      </p:pic>
      <p:pic>
        <p:nvPicPr>
          <p:cNvPr id="29" name="그래픽 2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0727304" y="4649786"/>
            <a:ext cx="1143000" cy="1143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4_PPTMON slid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1369010" y="506413"/>
            <a:ext cx="406400" cy="406400"/>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8654143" y="5072743"/>
            <a:ext cx="3570514" cy="1785257"/>
          </a:xfrm>
          <a:prstGeom prst="rect">
            <a:avLst/>
          </a:prstGeom>
        </p:spPr>
      </p:pic>
      <p:pic>
        <p:nvPicPr>
          <p:cNvPr id="22" name="그래픽 2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0" y="3582652"/>
            <a:ext cx="1143000" cy="1143000"/>
          </a:xfrm>
          <a:prstGeom prst="rect">
            <a:avLst/>
          </a:prstGeom>
        </p:spPr>
      </p:pic>
      <p:pic>
        <p:nvPicPr>
          <p:cNvPr id="23" name="그래픽 22"/>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882312" y="6295942"/>
            <a:ext cx="885825" cy="295275"/>
          </a:xfrm>
          <a:prstGeom prst="rect">
            <a:avLst/>
          </a:prstGeom>
        </p:spPr>
      </p:pic>
      <p:pic>
        <p:nvPicPr>
          <p:cNvPr id="24" name="그래픽 23"/>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245140" y="506413"/>
            <a:ext cx="342900" cy="2009775"/>
          </a:xfrm>
          <a:prstGeom prst="rect">
            <a:avLst/>
          </a:prstGeom>
        </p:spPr>
      </p:pic>
      <p:sp>
        <p:nvSpPr>
          <p:cNvPr id="15" name="그림 개체 틀 4"/>
          <p:cNvSpPr>
            <a:spLocks noGrp="1"/>
          </p:cNvSpPr>
          <p:nvPr>
            <p:ph type="pic" sz="quarter" idx="13"/>
          </p:nvPr>
        </p:nvSpPr>
        <p:spPr>
          <a:xfrm>
            <a:off x="873578" y="0"/>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
        <p:nvSpPr>
          <p:cNvPr id="16" name="그림 개체 틀 4"/>
          <p:cNvSpPr>
            <a:spLocks noGrp="1"/>
          </p:cNvSpPr>
          <p:nvPr>
            <p:ph type="pic" sz="quarter" idx="14"/>
          </p:nvPr>
        </p:nvSpPr>
        <p:spPr>
          <a:xfrm>
            <a:off x="8846685" y="2249715"/>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
        <p:nvSpPr>
          <p:cNvPr id="17" name="그림 개체 틀 4"/>
          <p:cNvSpPr>
            <a:spLocks noGrp="1"/>
          </p:cNvSpPr>
          <p:nvPr>
            <p:ph type="pic" sz="quarter" idx="15"/>
          </p:nvPr>
        </p:nvSpPr>
        <p:spPr>
          <a:xfrm>
            <a:off x="5914799" y="2249715"/>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5_PPTMON slid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7" name="TextBox 16">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3" name="그래픽 22"/>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397896" y="0"/>
            <a:ext cx="406400" cy="406400"/>
          </a:xfrm>
          <a:prstGeom prst="rect">
            <a:avLst/>
          </a:prstGeom>
        </p:spPr>
      </p:pic>
      <p:pic>
        <p:nvPicPr>
          <p:cNvPr id="24" name="그래픽 23"/>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flipH="1" flipV="1">
            <a:off x="0" y="3150054"/>
            <a:ext cx="3657600" cy="3657600"/>
          </a:xfrm>
          <a:prstGeom prst="rect">
            <a:avLst/>
          </a:prstGeom>
        </p:spPr>
      </p:pic>
      <p:pic>
        <p:nvPicPr>
          <p:cNvPr id="25" name="그래픽 2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232796" y="636588"/>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791128" y="4505924"/>
            <a:ext cx="885825" cy="295275"/>
          </a:xfrm>
          <a:prstGeom prst="rect">
            <a:avLst/>
          </a:prstGeom>
        </p:spPr>
      </p:pic>
      <p:pic>
        <p:nvPicPr>
          <p:cNvPr id="27" name="그래픽 26"/>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11358547" y="203200"/>
            <a:ext cx="342900" cy="2009775"/>
          </a:xfrm>
          <a:prstGeom prst="rect">
            <a:avLst/>
          </a:prstGeom>
        </p:spPr>
      </p:pic>
      <p:sp>
        <p:nvSpPr>
          <p:cNvPr id="28" name="그림 개체 틀 2"/>
          <p:cNvSpPr>
            <a:spLocks noGrp="1"/>
          </p:cNvSpPr>
          <p:nvPr>
            <p:ph type="pic" sz="quarter" idx="11"/>
          </p:nvPr>
        </p:nvSpPr>
        <p:spPr>
          <a:xfrm>
            <a:off x="0" y="4956629"/>
            <a:ext cx="12192000" cy="1901371"/>
          </a:xfrm>
          <a:prstGeom prst="rect">
            <a:avLst/>
          </a:prstGeom>
          <a:pattFill prst="pct10">
            <a:fgClr>
              <a:schemeClr val="bg1">
                <a:lumMod val="75000"/>
              </a:schemeClr>
            </a:fgClr>
            <a:bgClr>
              <a:schemeClr val="bg1">
                <a:lumMod val="95000"/>
              </a:schemeClr>
            </a:bgClr>
          </a:pattFill>
        </p:spPr>
        <p:txBody>
          <a:bodyPr tIns="828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6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6" name="그래픽 2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349678" y="455612"/>
            <a:ext cx="406400" cy="406400"/>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flipV="1">
            <a:off x="0" y="1600200"/>
            <a:ext cx="1828800" cy="3657600"/>
          </a:xfrm>
          <a:prstGeom prst="rect">
            <a:avLst/>
          </a:prstGeom>
        </p:spPr>
      </p:pic>
      <p:pic>
        <p:nvPicPr>
          <p:cNvPr id="28" name="그래픽 2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0150047" y="455612"/>
            <a:ext cx="1143000" cy="1143000"/>
          </a:xfrm>
          <a:prstGeom prst="rect">
            <a:avLst/>
          </a:prstGeom>
        </p:spPr>
      </p:pic>
      <p:pic>
        <p:nvPicPr>
          <p:cNvPr id="29" name="그래픽 2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721547" y="5965742"/>
            <a:ext cx="885825" cy="2952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413178" y="4392613"/>
            <a:ext cx="342900" cy="2009775"/>
          </a:xfrm>
          <a:prstGeom prst="rect">
            <a:avLst/>
          </a:prstGeom>
        </p:spPr>
      </p:pic>
      <p:pic>
        <p:nvPicPr>
          <p:cNvPr id="31" name="그래픽 30"/>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V="1">
            <a:off x="10363200" y="1600200"/>
            <a:ext cx="1828800" cy="3657600"/>
          </a:xfrm>
          <a:prstGeom prst="rect">
            <a:avLst/>
          </a:prstGeom>
        </p:spPr>
      </p:pic>
      <p:sp>
        <p:nvSpPr>
          <p:cNvPr id="14" name="그림 개체 틀 11"/>
          <p:cNvSpPr>
            <a:spLocks noGrp="1"/>
          </p:cNvSpPr>
          <p:nvPr>
            <p:ph type="pic" sz="quarter" idx="11"/>
          </p:nvPr>
        </p:nvSpPr>
        <p:spPr>
          <a:xfrm>
            <a:off x="7675032" y="1219200"/>
            <a:ext cx="2142067" cy="4423546"/>
          </a:xfrm>
          <a:prstGeom prst="roundRect">
            <a:avLst>
              <a:gd name="adj" fmla="val 13697"/>
            </a:avLst>
          </a:prstGeom>
          <a:pattFill prst="pct10">
            <a:fgClr>
              <a:schemeClr val="bg1">
                <a:lumMod val="75000"/>
              </a:schemeClr>
            </a:fgClr>
            <a:bgClr>
              <a:schemeClr val="bg1">
                <a:lumMod val="95000"/>
              </a:schemeClr>
            </a:bgClr>
          </a:pattFill>
        </p:spPr>
        <p:txBody>
          <a:bodyPr anchor="b" anchorCtr="1"/>
          <a:lstStyle>
            <a:lvl1pPr>
              <a:defRPr lang="ko-KR" altLang="en-US" sz="2000" dirty="0"/>
            </a:lvl1pPr>
          </a:lstStyle>
          <a:p>
            <a:pPr marR="0" lvl="0" fontAlgn="auto">
              <a:spcAft>
                <a:spcPts val="0"/>
              </a:spcAft>
              <a:buClrTx/>
              <a:buSzTx/>
            </a:pPr>
            <a:r>
              <a:rPr lang="en-US" altLang="ko-KR" dirty="0"/>
              <a:t>Click icon to add picture</a:t>
            </a:r>
            <a:endParaRPr lang="ko-KR"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7_PPTMON slide">
    <p:spTree>
      <p:nvGrpSpPr>
        <p:cNvPr id="1" name=""/>
        <p:cNvGrpSpPr/>
        <p:nvPr/>
      </p:nvGrpSpPr>
      <p:grpSpPr>
        <a:xfrm>
          <a:off x="0" y="0"/>
          <a:ext cx="0" cy="0"/>
          <a:chOff x="0" y="0"/>
          <a:chExt cx="0" cy="0"/>
        </a:xfrm>
      </p:grpSpPr>
      <p:sp>
        <p:nvSpPr>
          <p:cNvPr id="14" name="그림 개체 틀 5"/>
          <p:cNvSpPr>
            <a:spLocks noGrp="1"/>
          </p:cNvSpPr>
          <p:nvPr>
            <p:ph type="pic" sz="quarter" idx="10"/>
          </p:nvPr>
        </p:nvSpPr>
        <p:spPr>
          <a:xfrm>
            <a:off x="1340810" y="1203960"/>
            <a:ext cx="5842310" cy="4450080"/>
          </a:xfrm>
          <a:prstGeom prst="roundRect">
            <a:avLst>
              <a:gd name="adj" fmla="val 4942"/>
            </a:avLst>
          </a:prstGeom>
          <a:pattFill prst="pct10">
            <a:fgClr>
              <a:schemeClr val="bg1">
                <a:lumMod val="75000"/>
              </a:schemeClr>
            </a:fgClr>
            <a:bgClr>
              <a:schemeClr val="bg1">
                <a:lumMod val="95000"/>
              </a:schemeClr>
            </a:bgClr>
          </a:pattFill>
        </p:spPr>
        <p:txBody>
          <a:bodyPr anchor="b"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5" name="TextBox 2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7" name="그래픽 2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1383535" y="6183312"/>
            <a:ext cx="406400" cy="406400"/>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H="1" flipV="1">
            <a:off x="10363200" y="5029200"/>
            <a:ext cx="1828800" cy="1828800"/>
          </a:xfrm>
          <a:prstGeom prst="rect">
            <a:avLst/>
          </a:prstGeom>
        </p:spPr>
      </p:pic>
      <p:pic>
        <p:nvPicPr>
          <p:cNvPr id="29" name="그래픽 2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18496" y="4530725"/>
            <a:ext cx="1143000" cy="1143000"/>
          </a:xfrm>
          <a:prstGeom prst="rect">
            <a:avLst/>
          </a:prstGeom>
        </p:spPr>
      </p:pic>
      <p:pic>
        <p:nvPicPr>
          <p:cNvPr id="30" name="그래픽 2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5400000" flipH="1">
            <a:off x="10996185" y="766763"/>
            <a:ext cx="885825" cy="295275"/>
          </a:xfrm>
          <a:prstGeom prst="rect">
            <a:avLst/>
          </a:prstGeom>
        </p:spPr>
      </p:pic>
      <p:pic>
        <p:nvPicPr>
          <p:cNvPr id="31" name="그래픽 3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flipH="1" flipV="1">
            <a:off x="1274746" y="5256212"/>
            <a:ext cx="342900" cy="2009775"/>
          </a:xfrm>
          <a:prstGeom prst="rect">
            <a:avLst/>
          </a:prstGeom>
        </p:spPr>
      </p:pic>
      <p:pic>
        <p:nvPicPr>
          <p:cNvPr id="32" name="그래픽 31"/>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H="1" flipV="1">
            <a:off x="0" y="0"/>
            <a:ext cx="1828800" cy="1828800"/>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8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7" name="그래픽 2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71223" y="495301"/>
            <a:ext cx="406400" cy="406400"/>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0" y="0"/>
            <a:ext cx="3657600" cy="1828800"/>
          </a:xfrm>
          <a:prstGeom prst="rect">
            <a:avLst/>
          </a:prstGeom>
        </p:spPr>
      </p:pic>
      <p:pic>
        <p:nvPicPr>
          <p:cNvPr id="29" name="그래픽 2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0597949" y="4840685"/>
            <a:ext cx="1143000" cy="1143000"/>
          </a:xfrm>
          <a:prstGeom prst="rect">
            <a:avLst/>
          </a:prstGeom>
        </p:spPr>
      </p:pic>
      <p:pic>
        <p:nvPicPr>
          <p:cNvPr id="30" name="그래픽 2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555086" y="6131719"/>
            <a:ext cx="885825" cy="295275"/>
          </a:xfrm>
          <a:prstGeom prst="rect">
            <a:avLst/>
          </a:prstGeom>
        </p:spPr>
      </p:pic>
      <p:pic>
        <p:nvPicPr>
          <p:cNvPr id="31" name="그래픽 30"/>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8534400" y="5029200"/>
            <a:ext cx="3657600" cy="1828800"/>
          </a:xfrm>
          <a:prstGeom prst="rect">
            <a:avLst/>
          </a:prstGeom>
        </p:spPr>
      </p:pic>
      <p:pic>
        <p:nvPicPr>
          <p:cNvPr id="32" name="그래픽 31"/>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291444" y="4384674"/>
            <a:ext cx="342900" cy="2009775"/>
          </a:xfrm>
          <a:prstGeom prst="rect">
            <a:avLst/>
          </a:prstGeom>
        </p:spPr>
      </p:pic>
      <p:pic>
        <p:nvPicPr>
          <p:cNvPr id="33" name="그래픽 32"/>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10997999" y="463551"/>
            <a:ext cx="342900" cy="2009775"/>
          </a:xfrm>
          <a:prstGeom prst="rect">
            <a:avLst/>
          </a:prstGeom>
        </p:spPr>
      </p:pic>
      <p:sp>
        <p:nvSpPr>
          <p:cNvPr id="14" name="그림 개체 틀 8"/>
          <p:cNvSpPr>
            <a:spLocks noGrp="1"/>
          </p:cNvSpPr>
          <p:nvPr>
            <p:ph type="pic" sz="quarter" idx="10"/>
          </p:nvPr>
        </p:nvSpPr>
        <p:spPr>
          <a:xfrm>
            <a:off x="4351001" y="1092200"/>
            <a:ext cx="6452466" cy="4267200"/>
          </a:xfrm>
          <a:prstGeom prst="roundRect">
            <a:avLst>
              <a:gd name="adj" fmla="val 2113"/>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PTMON slide">
    <p:spTree>
      <p:nvGrpSpPr>
        <p:cNvPr id="1" name=""/>
        <p:cNvGrpSpPr/>
        <p:nvPr/>
      </p:nvGrpSpPr>
      <p:grpSpPr>
        <a:xfrm>
          <a:off x="0" y="0"/>
          <a:ext cx="0" cy="0"/>
          <a:chOff x="0" y="0"/>
          <a:chExt cx="0" cy="0"/>
        </a:xfrm>
      </p:grpSpPr>
      <p:pic>
        <p:nvPicPr>
          <p:cNvPr id="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7" name="TextBox 6">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PTMON custom">
    <p:bg>
      <p:bgPr>
        <a:solidFill>
          <a:schemeClr val="bg1"/>
        </a:solidFill>
        <a:effectLst/>
      </p:bgPr>
    </p:bg>
    <p:spTree>
      <p:nvGrpSpPr>
        <p:cNvPr id="1" name=""/>
        <p:cNvGrpSpPr/>
        <p:nvPr/>
      </p:nvGrpSpPr>
      <p:grpSpPr>
        <a:xfrm>
          <a:off x="0" y="0"/>
          <a:ext cx="0" cy="0"/>
          <a:chOff x="0" y="0"/>
          <a:chExt cx="0" cy="0"/>
        </a:xfrm>
      </p:grpSpPr>
      <p:pic>
        <p:nvPicPr>
          <p:cNvPr id="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5" name="TextBox 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PTMON title">
    <p:spTree>
      <p:nvGrpSpPr>
        <p:cNvPr id="1" name=""/>
        <p:cNvGrpSpPr/>
        <p:nvPr/>
      </p:nvGrpSpPr>
      <p:grpSpPr>
        <a:xfrm>
          <a:off x="0" y="0"/>
          <a:ext cx="0" cy="0"/>
          <a:chOff x="0" y="0"/>
          <a:chExt cx="0" cy="0"/>
        </a:xfrm>
      </p:grpSpPr>
      <p:pic>
        <p:nvPicPr>
          <p:cNvPr id="19"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1" name="TextBox 20">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3" name="그래픽 2"/>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435922" y="5995988"/>
            <a:ext cx="406400" cy="406400"/>
          </a:xfrm>
          <a:prstGeom prst="rect">
            <a:avLst/>
          </a:prstGeom>
        </p:spPr>
      </p:pic>
      <p:pic>
        <p:nvPicPr>
          <p:cNvPr id="4" name="그래픽 3"/>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a:off x="10363200" y="1600200"/>
            <a:ext cx="1828800" cy="3657600"/>
          </a:xfrm>
          <a:prstGeom prst="rect">
            <a:avLst/>
          </a:prstGeom>
        </p:spPr>
      </p:pic>
      <p:pic>
        <p:nvPicPr>
          <p:cNvPr id="5" name="그래픽 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898953" y="5259388"/>
            <a:ext cx="1143000" cy="1143000"/>
          </a:xfrm>
          <a:prstGeom prst="rect">
            <a:avLst/>
          </a:prstGeom>
        </p:spPr>
      </p:pic>
      <p:pic>
        <p:nvPicPr>
          <p:cNvPr id="6" name="그래픽 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584628" y="596983"/>
            <a:ext cx="885825" cy="295275"/>
          </a:xfrm>
          <a:prstGeom prst="rect">
            <a:avLst/>
          </a:prstGeom>
        </p:spPr>
      </p:pic>
      <p:pic>
        <p:nvPicPr>
          <p:cNvPr id="8" name="그래픽 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435922" y="455612"/>
            <a:ext cx="342900" cy="2009775"/>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a:off x="0" y="1600200"/>
            <a:ext cx="1828800" cy="3657600"/>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PPTMON titl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02065" y="268288"/>
            <a:ext cx="406400" cy="406400"/>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a:off x="0" y="0"/>
            <a:ext cx="1828800" cy="1828800"/>
          </a:xfrm>
          <a:prstGeom prst="rect">
            <a:avLst/>
          </a:prstGeom>
        </p:spPr>
      </p:pic>
      <p:pic>
        <p:nvPicPr>
          <p:cNvPr id="21" name="그래픽 20"/>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930504" y="1184275"/>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309990" y="5795962"/>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a:off x="10574354" y="-407987"/>
            <a:ext cx="342900" cy="2009775"/>
          </a:xfrm>
          <a:prstGeom prst="rect">
            <a:avLst/>
          </a:prstGeom>
        </p:spPr>
      </p:pic>
      <p:pic>
        <p:nvPicPr>
          <p:cNvPr id="29" name="그래픽 28"/>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a:off x="10363200" y="5029200"/>
            <a:ext cx="1828800" cy="1828800"/>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PPTMON titl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5" name="TextBox 1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334549" y="5956299"/>
            <a:ext cx="406400" cy="406400"/>
          </a:xfrm>
          <a:prstGeom prst="rect">
            <a:avLst/>
          </a:prstGeom>
        </p:spPr>
      </p:pic>
      <p:pic>
        <p:nvPicPr>
          <p:cNvPr id="19" name="그래픽 18"/>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4267200" y="5029200"/>
            <a:ext cx="3657600" cy="1828800"/>
          </a:xfrm>
          <a:prstGeom prst="rect">
            <a:avLst/>
          </a:prstGeom>
        </p:spPr>
      </p:pic>
      <p:pic>
        <p:nvPicPr>
          <p:cNvPr id="20" name="그래픽 19"/>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71223" y="874315"/>
            <a:ext cx="1143000" cy="1143000"/>
          </a:xfrm>
          <a:prstGeom prst="rect">
            <a:avLst/>
          </a:prstGeom>
        </p:spPr>
      </p:pic>
      <p:pic>
        <p:nvPicPr>
          <p:cNvPr id="21" name="그래픽 20"/>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71261" y="431006"/>
            <a:ext cx="885825" cy="295275"/>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4267200" y="0"/>
            <a:ext cx="3657600" cy="1828800"/>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277828" y="463551"/>
            <a:ext cx="342900" cy="20097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571273" y="4384674"/>
            <a:ext cx="342900" cy="2009775"/>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PPTMON titl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498247" y="354012"/>
            <a:ext cx="406400" cy="406400"/>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a:off x="8534400" y="0"/>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815622" y="6208713"/>
            <a:ext cx="885825" cy="295275"/>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90553" y="404812"/>
            <a:ext cx="342900" cy="20097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a:off x="0" y="5029199"/>
            <a:ext cx="3657600" cy="1828800"/>
          </a:xfrm>
          <a:prstGeom prst="rect">
            <a:avLst/>
          </a:prstGeom>
        </p:spPr>
      </p:pic>
      <p:pic>
        <p:nvPicPr>
          <p:cNvPr id="21" name="그래픽 2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727304" y="1065213"/>
            <a:ext cx="1143000" cy="1143000"/>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PPTMON slide">
    <p:spTree>
      <p:nvGrpSpPr>
        <p:cNvPr id="1" name=""/>
        <p:cNvGrpSpPr/>
        <p:nvPr/>
      </p:nvGrpSpPr>
      <p:grpSpPr>
        <a:xfrm>
          <a:off x="0" y="0"/>
          <a:ext cx="0" cy="0"/>
          <a:chOff x="0" y="0"/>
          <a:chExt cx="0" cy="0"/>
        </a:xfrm>
      </p:grpSpPr>
      <p:sp>
        <p:nvSpPr>
          <p:cNvPr id="65" name="그림 개체 틀 4"/>
          <p:cNvSpPr>
            <a:spLocks noGrp="1"/>
          </p:cNvSpPr>
          <p:nvPr>
            <p:ph type="pic" sz="quarter" idx="10"/>
          </p:nvPr>
        </p:nvSpPr>
        <p:spPr>
          <a:xfrm>
            <a:off x="3570514" y="0"/>
            <a:ext cx="8621486" cy="1712973"/>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2000" b="0"/>
            </a:lvl1pPr>
          </a:lstStyle>
          <a:p>
            <a:r>
              <a:rPr lang="en-US" altLang="ko-KR" dirty="0"/>
              <a:t>Click icon to add picture</a:t>
            </a:r>
            <a:endParaRPr lang="ko-KR" altLang="en-US" dirty="0"/>
          </a:p>
        </p:txBody>
      </p:sp>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7" name="그래픽 1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49247" y="5945187"/>
            <a:ext cx="406400" cy="406400"/>
          </a:xfrm>
          <a:prstGeom prst="rect">
            <a:avLst/>
          </a:prstGeom>
        </p:spPr>
      </p:pic>
      <p:pic>
        <p:nvPicPr>
          <p:cNvPr id="18" name="그래픽 1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0" y="0"/>
            <a:ext cx="3570514" cy="1785257"/>
          </a:xfrm>
          <a:prstGeom prst="rect">
            <a:avLst/>
          </a:prstGeom>
        </p:spPr>
      </p:pic>
      <p:pic>
        <p:nvPicPr>
          <p:cNvPr id="19" name="그래픽 1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1081657" y="2116221"/>
            <a:ext cx="1143000" cy="1143000"/>
          </a:xfrm>
          <a:prstGeom prst="rect">
            <a:avLst/>
          </a:prstGeom>
        </p:spPr>
      </p:pic>
      <p:pic>
        <p:nvPicPr>
          <p:cNvPr id="20" name="그래픽 1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56520" y="1562183"/>
            <a:ext cx="885825" cy="295275"/>
          </a:xfrm>
          <a:prstGeom prst="rect">
            <a:avLst/>
          </a:prstGeom>
        </p:spPr>
      </p:pic>
      <p:pic>
        <p:nvPicPr>
          <p:cNvPr id="21" name="그래픽 2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399853" y="4341812"/>
            <a:ext cx="342900" cy="2009775"/>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PPTMON slide">
    <p:spTree>
      <p:nvGrpSpPr>
        <p:cNvPr id="1" name=""/>
        <p:cNvGrpSpPr/>
        <p:nvPr/>
      </p:nvGrpSpPr>
      <p:grpSpPr>
        <a:xfrm>
          <a:off x="0" y="0"/>
          <a:ext cx="0" cy="0"/>
          <a:chOff x="0" y="0"/>
          <a:chExt cx="0" cy="0"/>
        </a:xfrm>
      </p:grpSpPr>
      <p:sp>
        <p:nvSpPr>
          <p:cNvPr id="30" name="그림 개체 틀 4"/>
          <p:cNvSpPr>
            <a:spLocks noGrp="1"/>
          </p:cNvSpPr>
          <p:nvPr>
            <p:ph type="pic" sz="quarter" idx="10"/>
          </p:nvPr>
        </p:nvSpPr>
        <p:spPr>
          <a:xfrm>
            <a:off x="3570514" y="0"/>
            <a:ext cx="8621486" cy="1712973"/>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2000"/>
            </a:lvl1pPr>
          </a:lstStyle>
          <a:p>
            <a:r>
              <a:rPr lang="en-US" altLang="ko-KR" dirty="0"/>
              <a:t>Click icon to add picture</a:t>
            </a:r>
            <a:endParaRPr lang="ko-KR" altLang="en-US" dirty="0"/>
          </a:p>
        </p:txBody>
      </p:sp>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7" name="그래픽 1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11369010" y="5945187"/>
            <a:ext cx="406400" cy="406400"/>
          </a:xfrm>
          <a:prstGeom prst="rect">
            <a:avLst/>
          </a:prstGeom>
        </p:spPr>
      </p:pic>
      <p:pic>
        <p:nvPicPr>
          <p:cNvPr id="18" name="그래픽 1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0" y="0"/>
            <a:ext cx="3570514" cy="1785257"/>
          </a:xfrm>
          <a:prstGeom prst="rect">
            <a:avLst/>
          </a:prstGeom>
        </p:spPr>
      </p:pic>
      <p:pic>
        <p:nvPicPr>
          <p:cNvPr id="21" name="그래픽 20"/>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0" y="2116221"/>
            <a:ext cx="1143000" cy="1143000"/>
          </a:xfrm>
          <a:prstGeom prst="rect">
            <a:avLst/>
          </a:prstGeom>
        </p:spPr>
      </p:pic>
      <p:pic>
        <p:nvPicPr>
          <p:cNvPr id="22" name="그래픽 21"/>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2228169" y="114383"/>
            <a:ext cx="885825" cy="295275"/>
          </a:xfrm>
          <a:prstGeom prst="rect">
            <a:avLst/>
          </a:prstGeom>
        </p:spPr>
      </p:pic>
      <p:pic>
        <p:nvPicPr>
          <p:cNvPr id="23" name="그래픽 22"/>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481904" y="4341812"/>
            <a:ext cx="342900" cy="2009775"/>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PPTMON slide">
    <p:spTree>
      <p:nvGrpSpPr>
        <p:cNvPr id="1" name=""/>
        <p:cNvGrpSpPr/>
        <p:nvPr/>
      </p:nvGrpSpPr>
      <p:grpSpPr>
        <a:xfrm>
          <a:off x="0" y="0"/>
          <a:ext cx="0" cy="0"/>
          <a:chOff x="0" y="0"/>
          <a:chExt cx="0" cy="0"/>
        </a:xfrm>
      </p:grpSpPr>
      <p:pic>
        <p:nvPicPr>
          <p:cNvPr id="17"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387704" y="6152162"/>
            <a:ext cx="406400" cy="406400"/>
          </a:xfrm>
          <a:prstGeom prst="rect">
            <a:avLst/>
          </a:prstGeom>
        </p:spPr>
      </p:pic>
      <p:pic>
        <p:nvPicPr>
          <p:cNvPr id="21" name="그래픽 20"/>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8534400" y="0"/>
            <a:ext cx="3657600" cy="3657600"/>
          </a:xfrm>
          <a:prstGeom prst="rect">
            <a:avLst/>
          </a:prstGeom>
        </p:spPr>
      </p:pic>
      <p:pic>
        <p:nvPicPr>
          <p:cNvPr id="23" name="그래픽 22"/>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816204" y="4778974"/>
            <a:ext cx="1143000" cy="1143000"/>
          </a:xfrm>
          <a:prstGeom prst="rect">
            <a:avLst/>
          </a:prstGeom>
        </p:spPr>
      </p:pic>
      <p:pic>
        <p:nvPicPr>
          <p:cNvPr id="24" name="그래픽 23"/>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248347" y="769421"/>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a:off x="1231334" y="5350475"/>
            <a:ext cx="342900" cy="2009775"/>
          </a:xfrm>
          <a:prstGeom prst="rect">
            <a:avLst/>
          </a:prstGeom>
        </p:spPr>
      </p:pic>
      <p:sp>
        <p:nvSpPr>
          <p:cNvPr id="30" name="그림 개체 틀 2"/>
          <p:cNvSpPr>
            <a:spLocks noGrp="1"/>
          </p:cNvSpPr>
          <p:nvPr userDrawn="1">
            <p:ph type="pic" sz="quarter" idx="14"/>
          </p:nvPr>
        </p:nvSpPr>
        <p:spPr>
          <a:xfrm>
            <a:off x="7125607" y="1507525"/>
            <a:ext cx="3840758" cy="3842950"/>
          </a:xfrm>
          <a:prstGeom prst="ellipse">
            <a:avLst/>
          </a:prstGeom>
          <a:pattFill prst="pct10">
            <a:fgClr>
              <a:schemeClr val="bg1">
                <a:lumMod val="75000"/>
              </a:schemeClr>
            </a:fgClr>
            <a:bgClr>
              <a:schemeClr val="bg1">
                <a:lumMod val="95000"/>
              </a:schemeClr>
            </a:bgClr>
          </a:pattFill>
        </p:spPr>
        <p:txBody>
          <a:bodyPr tIns="720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1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349678" y="5995988"/>
            <a:ext cx="406400" cy="406400"/>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a:off x="0" y="1600200"/>
            <a:ext cx="1828800" cy="3657600"/>
          </a:xfrm>
          <a:prstGeom prst="rect">
            <a:avLst/>
          </a:prstGeom>
        </p:spPr>
      </p:pic>
      <p:pic>
        <p:nvPicPr>
          <p:cNvPr id="24" name="그래픽 23"/>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0150047" y="5259388"/>
            <a:ext cx="1143000" cy="1143000"/>
          </a:xfrm>
          <a:prstGeom prst="rect">
            <a:avLst/>
          </a:prstGeom>
        </p:spPr>
      </p:pic>
      <p:pic>
        <p:nvPicPr>
          <p:cNvPr id="25" name="그래픽 24"/>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721547" y="596983"/>
            <a:ext cx="885825" cy="295275"/>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413178" y="455612"/>
            <a:ext cx="342900" cy="2009775"/>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a:off x="10363200" y="1600200"/>
            <a:ext cx="1828800" cy="3657600"/>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11383535" y="268288"/>
            <a:ext cx="406400" cy="406400"/>
          </a:xfrm>
          <a:prstGeom prst="rect">
            <a:avLst/>
          </a:prstGeom>
        </p:spPr>
      </p:pic>
      <p:pic>
        <p:nvPicPr>
          <p:cNvPr id="22" name="그래픽 21"/>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H="1">
            <a:off x="10363200" y="0"/>
            <a:ext cx="1828800" cy="1828800"/>
          </a:xfrm>
          <a:prstGeom prst="rect">
            <a:avLst/>
          </a:prstGeom>
        </p:spPr>
      </p:pic>
      <p:pic>
        <p:nvPicPr>
          <p:cNvPr id="23" name="그래픽 22"/>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18496" y="1184275"/>
            <a:ext cx="1143000" cy="1143000"/>
          </a:xfrm>
          <a:prstGeom prst="rect">
            <a:avLst/>
          </a:prstGeom>
        </p:spPr>
      </p:pic>
      <p:pic>
        <p:nvPicPr>
          <p:cNvPr id="24" name="그래픽 23"/>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5400000" flipH="1">
            <a:off x="10996185" y="5795962"/>
            <a:ext cx="885825" cy="295275"/>
          </a:xfrm>
          <a:prstGeom prst="rect">
            <a:avLst/>
          </a:prstGeom>
        </p:spPr>
      </p:pic>
      <p:pic>
        <p:nvPicPr>
          <p:cNvPr id="25" name="그래픽 24"/>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16200000" flipH="1">
            <a:off x="1274746" y="-407987"/>
            <a:ext cx="342900" cy="2009775"/>
          </a:xfrm>
          <a:prstGeom prst="rect">
            <a:avLst/>
          </a:prstGeom>
        </p:spPr>
      </p:pic>
      <p:pic>
        <p:nvPicPr>
          <p:cNvPr id="26" name="그래픽 25"/>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H="1">
            <a:off x="0" y="5029200"/>
            <a:ext cx="1828800" cy="1828800"/>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5" name="TextBox 1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431144" y="6102349"/>
            <a:ext cx="406400" cy="406400"/>
          </a:xfrm>
          <a:prstGeom prst="rect">
            <a:avLst/>
          </a:prstGeom>
        </p:spPr>
      </p:pic>
      <p:pic>
        <p:nvPicPr>
          <p:cNvPr id="17" name="그래픽 1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3987372" y="5029200"/>
            <a:ext cx="3657600" cy="1828800"/>
          </a:xfrm>
          <a:prstGeom prst="rect">
            <a:avLst/>
          </a:prstGeom>
        </p:spPr>
      </p:pic>
      <p:pic>
        <p:nvPicPr>
          <p:cNvPr id="19" name="그래픽 1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0597949" y="874315"/>
            <a:ext cx="1143000" cy="1143000"/>
          </a:xfrm>
          <a:prstGeom prst="rect">
            <a:avLst/>
          </a:prstGeom>
        </p:spPr>
      </p:pic>
      <p:pic>
        <p:nvPicPr>
          <p:cNvPr id="22" name="그래픽 21"/>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555086" y="431006"/>
            <a:ext cx="885825" cy="295275"/>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3987372" y="0"/>
            <a:ext cx="3657600" cy="1828800"/>
          </a:xfrm>
          <a:prstGeom prst="rect">
            <a:avLst/>
          </a:prstGeom>
        </p:spPr>
      </p:pic>
      <p:pic>
        <p:nvPicPr>
          <p:cNvPr id="24" name="그래픽 23"/>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291444" y="463551"/>
            <a:ext cx="342900" cy="2009775"/>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10997999" y="4384674"/>
            <a:ext cx="342900" cy="2009775"/>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287353" y="354012"/>
            <a:ext cx="406400" cy="406400"/>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flipH="1">
            <a:off x="0" y="0"/>
            <a:ext cx="3657600" cy="1828800"/>
          </a:xfrm>
          <a:prstGeom prst="rect">
            <a:avLst/>
          </a:prstGeom>
        </p:spPr>
      </p:pic>
      <p:pic>
        <p:nvPicPr>
          <p:cNvPr id="24" name="그래픽 23"/>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490553" y="6208713"/>
            <a:ext cx="885825" cy="295275"/>
          </a:xfrm>
          <a:prstGeom prst="rect">
            <a:avLst/>
          </a:prstGeom>
        </p:spPr>
      </p:pic>
      <p:pic>
        <p:nvPicPr>
          <p:cNvPr id="25" name="그래픽 24"/>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1358547" y="404812"/>
            <a:ext cx="342900" cy="2009775"/>
          </a:xfrm>
          <a:prstGeom prst="rect">
            <a:avLst/>
          </a:prstGeom>
        </p:spPr>
      </p:pic>
      <p:pic>
        <p:nvPicPr>
          <p:cNvPr id="26" name="그래픽 25"/>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flipH="1">
            <a:off x="8534400" y="5029199"/>
            <a:ext cx="3657600" cy="1828800"/>
          </a:xfrm>
          <a:prstGeom prst="rect">
            <a:avLst/>
          </a:prstGeom>
        </p:spPr>
      </p:pic>
      <p:pic>
        <p:nvPicPr>
          <p:cNvPr id="27" name="그래픽 26"/>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321696" y="1065213"/>
            <a:ext cx="1143000" cy="1143000"/>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8_PPTMON slide">
    <p:spTree>
      <p:nvGrpSpPr>
        <p:cNvPr id="1" name=""/>
        <p:cNvGrpSpPr/>
        <p:nvPr/>
      </p:nvGrpSpPr>
      <p:grpSpPr>
        <a:xfrm>
          <a:off x="0" y="0"/>
          <a:ext cx="0" cy="0"/>
          <a:chOff x="0" y="0"/>
          <a:chExt cx="0" cy="0"/>
        </a:xfrm>
      </p:grpSpPr>
      <p:sp>
        <p:nvSpPr>
          <p:cNvPr id="31" name="그림 개체 틀 4"/>
          <p:cNvSpPr>
            <a:spLocks noGrp="1"/>
          </p:cNvSpPr>
          <p:nvPr>
            <p:ph type="pic" sz="quarter" idx="10"/>
          </p:nvPr>
        </p:nvSpPr>
        <p:spPr>
          <a:xfrm>
            <a:off x="1008357" y="1933576"/>
            <a:ext cx="4857162" cy="2247122"/>
          </a:xfrm>
          <a:prstGeom prst="rect">
            <a:avLst/>
          </a:prstGeom>
          <a:pattFill prst="pct10">
            <a:fgClr>
              <a:schemeClr val="bg1">
                <a:lumMod val="75000"/>
              </a:schemeClr>
            </a:fgClr>
            <a:bgClr>
              <a:schemeClr val="bg1">
                <a:lumMod val="95000"/>
              </a:schemeClr>
            </a:bgClr>
          </a:pattFill>
        </p:spPr>
        <p:txBody>
          <a:bodyPr bIns="432000" anchor="b"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
        <p:nvSpPr>
          <p:cNvPr id="32" name="그림 개체 틀 4"/>
          <p:cNvSpPr>
            <a:spLocks noGrp="1"/>
          </p:cNvSpPr>
          <p:nvPr>
            <p:ph type="pic" sz="quarter" idx="11"/>
          </p:nvPr>
        </p:nvSpPr>
        <p:spPr>
          <a:xfrm>
            <a:off x="6326483" y="1933576"/>
            <a:ext cx="4857162" cy="2247122"/>
          </a:xfrm>
          <a:prstGeom prst="rect">
            <a:avLst/>
          </a:prstGeom>
          <a:pattFill prst="pct10">
            <a:fgClr>
              <a:schemeClr val="bg1">
                <a:lumMod val="75000"/>
              </a:schemeClr>
            </a:fgClr>
            <a:bgClr>
              <a:schemeClr val="bg1">
                <a:lumMod val="95000"/>
              </a:schemeClr>
            </a:bgClr>
          </a:pattFill>
        </p:spPr>
        <p:txBody>
          <a:bodyPr bIns="432000" anchor="b"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pic>
        <p:nvPicPr>
          <p:cNvPr id="20"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4" name="TextBox 2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6" name="그래픽 2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449247" y="506413"/>
            <a:ext cx="406400" cy="406400"/>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0" y="5072743"/>
            <a:ext cx="3570514" cy="1785257"/>
          </a:xfrm>
          <a:prstGeom prst="rect">
            <a:avLst/>
          </a:prstGeom>
        </p:spPr>
      </p:pic>
      <p:pic>
        <p:nvPicPr>
          <p:cNvPr id="28" name="그래픽 2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1081657" y="3598779"/>
            <a:ext cx="1143000" cy="1143000"/>
          </a:xfrm>
          <a:prstGeom prst="rect">
            <a:avLst/>
          </a:prstGeom>
        </p:spPr>
      </p:pic>
      <p:pic>
        <p:nvPicPr>
          <p:cNvPr id="29" name="그래픽 2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49247" y="6203949"/>
            <a:ext cx="885825" cy="2952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399853" y="506413"/>
            <a:ext cx="342900" cy="2009775"/>
          </a:xfrm>
          <a:prstGeom prst="rect">
            <a:avLst/>
          </a:prstGeom>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397896" y="6152162"/>
            <a:ext cx="406400" cy="406400"/>
          </a:xfrm>
          <a:prstGeom prst="rect">
            <a:avLst/>
          </a:prstGeom>
        </p:spPr>
      </p:pic>
      <p:pic>
        <p:nvPicPr>
          <p:cNvPr id="22" name="그래픽 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flipH="1">
            <a:off x="0" y="0"/>
            <a:ext cx="3657600" cy="3657600"/>
          </a:xfrm>
          <a:prstGeom prst="rect">
            <a:avLst/>
          </a:prstGeom>
        </p:spPr>
      </p:pic>
      <p:pic>
        <p:nvPicPr>
          <p:cNvPr id="25" name="그래픽 2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232796" y="4778974"/>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791128" y="515421"/>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11358547" y="4345587"/>
            <a:ext cx="342900" cy="2009775"/>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0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4" name="TextBox 1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435922" y="455612"/>
            <a:ext cx="406400" cy="406400"/>
          </a:xfrm>
          <a:prstGeom prst="rect">
            <a:avLst/>
          </a:prstGeom>
        </p:spPr>
      </p:pic>
      <p:pic>
        <p:nvPicPr>
          <p:cNvPr id="17" name="그래픽 1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V="1">
            <a:off x="10363200" y="1600200"/>
            <a:ext cx="1828800" cy="3657600"/>
          </a:xfrm>
          <a:prstGeom prst="rect">
            <a:avLst/>
          </a:prstGeom>
        </p:spPr>
      </p:pic>
      <p:pic>
        <p:nvPicPr>
          <p:cNvPr id="18" name="그래픽 1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898953" y="455612"/>
            <a:ext cx="1143000" cy="1143000"/>
          </a:xfrm>
          <a:prstGeom prst="rect">
            <a:avLst/>
          </a:prstGeom>
        </p:spPr>
      </p:pic>
      <p:pic>
        <p:nvPicPr>
          <p:cNvPr id="19" name="그래픽 1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584628" y="5965742"/>
            <a:ext cx="885825" cy="295275"/>
          </a:xfrm>
          <a:prstGeom prst="rect">
            <a:avLst/>
          </a:prstGeom>
        </p:spPr>
      </p:pic>
      <p:pic>
        <p:nvPicPr>
          <p:cNvPr id="20" name="그래픽 1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435922" y="4392613"/>
            <a:ext cx="342900" cy="2009775"/>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flipV="1">
            <a:off x="0" y="1600200"/>
            <a:ext cx="1828800" cy="3657600"/>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1_PPTMON slide">
    <p:spTree>
      <p:nvGrpSpPr>
        <p:cNvPr id="1" name=""/>
        <p:cNvGrpSpPr/>
        <p:nvPr/>
      </p:nvGrpSpPr>
      <p:grpSpPr>
        <a:xfrm>
          <a:off x="0" y="0"/>
          <a:ext cx="0" cy="0"/>
          <a:chOff x="0" y="0"/>
          <a:chExt cx="0" cy="0"/>
        </a:xfrm>
      </p:grpSpPr>
      <p:pic>
        <p:nvPicPr>
          <p:cNvPr id="10"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3" name="TextBox 12">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5" name="그래픽 14"/>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402065" y="6183312"/>
            <a:ext cx="406400" cy="406400"/>
          </a:xfrm>
          <a:prstGeom prst="rect">
            <a:avLst/>
          </a:prstGeom>
        </p:spPr>
      </p:pic>
      <p:pic>
        <p:nvPicPr>
          <p:cNvPr id="16" name="그래픽 15"/>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V="1">
            <a:off x="0" y="5029200"/>
            <a:ext cx="1828800" cy="1828800"/>
          </a:xfrm>
          <a:prstGeom prst="rect">
            <a:avLst/>
          </a:prstGeom>
        </p:spPr>
      </p:pic>
      <p:pic>
        <p:nvPicPr>
          <p:cNvPr id="17" name="그래픽 16"/>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0930504" y="4530725"/>
            <a:ext cx="1143000" cy="1143000"/>
          </a:xfrm>
          <a:prstGeom prst="rect">
            <a:avLst/>
          </a:prstGeom>
        </p:spPr>
      </p:pic>
      <p:pic>
        <p:nvPicPr>
          <p:cNvPr id="18" name="그래픽 17"/>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309990" y="766763"/>
            <a:ext cx="885825" cy="295275"/>
          </a:xfrm>
          <a:prstGeom prst="rect">
            <a:avLst/>
          </a:prstGeom>
        </p:spPr>
      </p:pic>
      <p:pic>
        <p:nvPicPr>
          <p:cNvPr id="19" name="그래픽 1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16200000" flipV="1">
            <a:off x="10574354" y="5256212"/>
            <a:ext cx="342900" cy="2009775"/>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V="1">
            <a:off x="10363200" y="0"/>
            <a:ext cx="1828800" cy="1828800"/>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2_PPTMON slide">
    <p:spTree>
      <p:nvGrpSpPr>
        <p:cNvPr id="1" name=""/>
        <p:cNvGrpSpPr/>
        <p:nvPr/>
      </p:nvGrpSpPr>
      <p:grpSpPr>
        <a:xfrm>
          <a:off x="0" y="0"/>
          <a:ext cx="0" cy="0"/>
          <a:chOff x="0" y="0"/>
          <a:chExt cx="0" cy="0"/>
        </a:xfrm>
      </p:grpSpPr>
      <p:pic>
        <p:nvPicPr>
          <p:cNvPr id="21"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2" name="TextBox 21">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4" name="그래픽 23"/>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334549" y="2412121"/>
            <a:ext cx="406400" cy="406400"/>
          </a:xfrm>
          <a:prstGeom prst="rect">
            <a:avLst/>
          </a:prstGeom>
        </p:spPr>
      </p:pic>
      <p:pic>
        <p:nvPicPr>
          <p:cNvPr id="25" name="그래픽 24"/>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0" y="1916820"/>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71223" y="4840685"/>
            <a:ext cx="1143000" cy="1143000"/>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71261" y="6131719"/>
            <a:ext cx="885825" cy="2952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8534400" y="5029200"/>
            <a:ext cx="3657600" cy="1828800"/>
          </a:xfrm>
          <a:prstGeom prst="rect">
            <a:avLst/>
          </a:prstGeom>
        </p:spPr>
      </p:pic>
      <p:pic>
        <p:nvPicPr>
          <p:cNvPr id="29" name="그래픽 2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277828" y="4384674"/>
            <a:ext cx="342900" cy="20097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571273" y="2380371"/>
            <a:ext cx="342900" cy="2009775"/>
          </a:xfrm>
          <a:prstGeom prst="rect">
            <a:avLst/>
          </a:prstGeom>
        </p:spPr>
      </p:pic>
      <p:sp>
        <p:nvSpPr>
          <p:cNvPr id="10" name="그림 개체 틀 2"/>
          <p:cNvSpPr>
            <a:spLocks noGrp="1"/>
          </p:cNvSpPr>
          <p:nvPr>
            <p:ph type="pic" sz="quarter" idx="11"/>
          </p:nvPr>
        </p:nvSpPr>
        <p:spPr>
          <a:xfrm>
            <a:off x="0" y="0"/>
            <a:ext cx="12192000" cy="1901371"/>
          </a:xfrm>
          <a:prstGeom prst="rect">
            <a:avLst/>
          </a:prstGeom>
          <a:pattFill prst="pct10">
            <a:fgClr>
              <a:schemeClr val="bg1">
                <a:lumMod val="75000"/>
              </a:schemeClr>
            </a:fgClr>
            <a:bgClr>
              <a:schemeClr val="bg1">
                <a:lumMod val="95000"/>
              </a:schemeClr>
            </a:bgClr>
          </a:pattFill>
        </p:spPr>
        <p:txBody>
          <a:bodyPr tIns="828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3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4" name="TextBox 1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4" name="그래픽 23"/>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498247" y="6097587"/>
            <a:ext cx="406400" cy="406400"/>
          </a:xfrm>
          <a:prstGeom prst="rect">
            <a:avLst/>
          </a:prstGeom>
        </p:spPr>
      </p:pic>
      <p:pic>
        <p:nvPicPr>
          <p:cNvPr id="25" name="그래픽 24"/>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flipV="1">
            <a:off x="8534400" y="5029199"/>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0815622" y="354011"/>
            <a:ext cx="885825" cy="295275"/>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90553" y="4443412"/>
            <a:ext cx="342900" cy="20097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flipV="1">
            <a:off x="0" y="0"/>
            <a:ext cx="3657600" cy="1828800"/>
          </a:xfrm>
          <a:prstGeom prst="rect">
            <a:avLst/>
          </a:prstGeom>
        </p:spPr>
      </p:pic>
      <p:pic>
        <p:nvPicPr>
          <p:cNvPr id="29" name="그래픽 2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0727304" y="4649786"/>
            <a:ext cx="1143000" cy="1143000"/>
          </a:xfrm>
          <a:prstGeom prst="rect">
            <a:avLst/>
          </a:prstGeom>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4_PPTMON slid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1369010" y="506413"/>
            <a:ext cx="406400" cy="406400"/>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8654143" y="5072743"/>
            <a:ext cx="3570514" cy="1785257"/>
          </a:xfrm>
          <a:prstGeom prst="rect">
            <a:avLst/>
          </a:prstGeom>
        </p:spPr>
      </p:pic>
      <p:pic>
        <p:nvPicPr>
          <p:cNvPr id="22" name="그래픽 2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0" y="3582652"/>
            <a:ext cx="1143000" cy="1143000"/>
          </a:xfrm>
          <a:prstGeom prst="rect">
            <a:avLst/>
          </a:prstGeom>
        </p:spPr>
      </p:pic>
      <p:pic>
        <p:nvPicPr>
          <p:cNvPr id="23" name="그래픽 22"/>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882312" y="6295942"/>
            <a:ext cx="885825" cy="295275"/>
          </a:xfrm>
          <a:prstGeom prst="rect">
            <a:avLst/>
          </a:prstGeom>
        </p:spPr>
      </p:pic>
      <p:pic>
        <p:nvPicPr>
          <p:cNvPr id="24" name="그래픽 23"/>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245140" y="506413"/>
            <a:ext cx="342900" cy="2009775"/>
          </a:xfrm>
          <a:prstGeom prst="rect">
            <a:avLst/>
          </a:prstGeom>
        </p:spPr>
      </p:pic>
      <p:sp>
        <p:nvSpPr>
          <p:cNvPr id="15" name="그림 개체 틀 4"/>
          <p:cNvSpPr>
            <a:spLocks noGrp="1"/>
          </p:cNvSpPr>
          <p:nvPr>
            <p:ph type="pic" sz="quarter" idx="13"/>
          </p:nvPr>
        </p:nvSpPr>
        <p:spPr>
          <a:xfrm>
            <a:off x="873578" y="0"/>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
        <p:nvSpPr>
          <p:cNvPr id="16" name="그림 개체 틀 4"/>
          <p:cNvSpPr>
            <a:spLocks noGrp="1"/>
          </p:cNvSpPr>
          <p:nvPr>
            <p:ph type="pic" sz="quarter" idx="14"/>
          </p:nvPr>
        </p:nvSpPr>
        <p:spPr>
          <a:xfrm>
            <a:off x="8846685" y="2249715"/>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
        <p:nvSpPr>
          <p:cNvPr id="17" name="그림 개체 틀 4"/>
          <p:cNvSpPr>
            <a:spLocks noGrp="1"/>
          </p:cNvSpPr>
          <p:nvPr>
            <p:ph type="pic" sz="quarter" idx="15"/>
          </p:nvPr>
        </p:nvSpPr>
        <p:spPr>
          <a:xfrm>
            <a:off x="5914799" y="2249715"/>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5_PPTMON slid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7" name="TextBox 16">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3" name="그래픽 22"/>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397896" y="0"/>
            <a:ext cx="406400" cy="406400"/>
          </a:xfrm>
          <a:prstGeom prst="rect">
            <a:avLst/>
          </a:prstGeom>
        </p:spPr>
      </p:pic>
      <p:pic>
        <p:nvPicPr>
          <p:cNvPr id="24" name="그래픽 23"/>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flipH="1" flipV="1">
            <a:off x="0" y="3150054"/>
            <a:ext cx="3657600" cy="3657600"/>
          </a:xfrm>
          <a:prstGeom prst="rect">
            <a:avLst/>
          </a:prstGeom>
        </p:spPr>
      </p:pic>
      <p:pic>
        <p:nvPicPr>
          <p:cNvPr id="25" name="그래픽 2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232796" y="636588"/>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791128" y="4505924"/>
            <a:ext cx="885825" cy="295275"/>
          </a:xfrm>
          <a:prstGeom prst="rect">
            <a:avLst/>
          </a:prstGeom>
        </p:spPr>
      </p:pic>
      <p:pic>
        <p:nvPicPr>
          <p:cNvPr id="27" name="그래픽 26"/>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11358547" y="203200"/>
            <a:ext cx="342900" cy="2009775"/>
          </a:xfrm>
          <a:prstGeom prst="rect">
            <a:avLst/>
          </a:prstGeom>
        </p:spPr>
      </p:pic>
      <p:sp>
        <p:nvSpPr>
          <p:cNvPr id="28" name="그림 개체 틀 2"/>
          <p:cNvSpPr>
            <a:spLocks noGrp="1"/>
          </p:cNvSpPr>
          <p:nvPr>
            <p:ph type="pic" sz="quarter" idx="11"/>
          </p:nvPr>
        </p:nvSpPr>
        <p:spPr>
          <a:xfrm>
            <a:off x="0" y="4956629"/>
            <a:ext cx="12192000" cy="1901371"/>
          </a:xfrm>
          <a:prstGeom prst="rect">
            <a:avLst/>
          </a:prstGeom>
          <a:pattFill prst="pct10">
            <a:fgClr>
              <a:schemeClr val="bg1">
                <a:lumMod val="75000"/>
              </a:schemeClr>
            </a:fgClr>
            <a:bgClr>
              <a:schemeClr val="bg1">
                <a:lumMod val="95000"/>
              </a:schemeClr>
            </a:bgClr>
          </a:pattFill>
        </p:spPr>
        <p:txBody>
          <a:bodyPr tIns="828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6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6" name="그래픽 2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349678" y="455612"/>
            <a:ext cx="406400" cy="406400"/>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flipV="1">
            <a:off x="0" y="1600200"/>
            <a:ext cx="1828800" cy="3657600"/>
          </a:xfrm>
          <a:prstGeom prst="rect">
            <a:avLst/>
          </a:prstGeom>
        </p:spPr>
      </p:pic>
      <p:pic>
        <p:nvPicPr>
          <p:cNvPr id="28" name="그래픽 2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0150047" y="455612"/>
            <a:ext cx="1143000" cy="1143000"/>
          </a:xfrm>
          <a:prstGeom prst="rect">
            <a:avLst/>
          </a:prstGeom>
        </p:spPr>
      </p:pic>
      <p:pic>
        <p:nvPicPr>
          <p:cNvPr id="29" name="그래픽 2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721547" y="5965742"/>
            <a:ext cx="885825" cy="2952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413178" y="4392613"/>
            <a:ext cx="342900" cy="2009775"/>
          </a:xfrm>
          <a:prstGeom prst="rect">
            <a:avLst/>
          </a:prstGeom>
        </p:spPr>
      </p:pic>
      <p:pic>
        <p:nvPicPr>
          <p:cNvPr id="31" name="그래픽 30"/>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V="1">
            <a:off x="10363200" y="1600200"/>
            <a:ext cx="1828800" cy="3657600"/>
          </a:xfrm>
          <a:prstGeom prst="rect">
            <a:avLst/>
          </a:prstGeom>
        </p:spPr>
      </p:pic>
      <p:sp>
        <p:nvSpPr>
          <p:cNvPr id="14" name="그림 개체 틀 11"/>
          <p:cNvSpPr>
            <a:spLocks noGrp="1"/>
          </p:cNvSpPr>
          <p:nvPr>
            <p:ph type="pic" sz="quarter" idx="11"/>
          </p:nvPr>
        </p:nvSpPr>
        <p:spPr>
          <a:xfrm>
            <a:off x="7675032" y="1219200"/>
            <a:ext cx="2142067" cy="4423546"/>
          </a:xfrm>
          <a:prstGeom prst="roundRect">
            <a:avLst>
              <a:gd name="adj" fmla="val 13697"/>
            </a:avLst>
          </a:prstGeom>
          <a:pattFill prst="pct10">
            <a:fgClr>
              <a:schemeClr val="bg1">
                <a:lumMod val="75000"/>
              </a:schemeClr>
            </a:fgClr>
            <a:bgClr>
              <a:schemeClr val="bg1">
                <a:lumMod val="95000"/>
              </a:schemeClr>
            </a:bgClr>
          </a:pattFill>
        </p:spPr>
        <p:txBody>
          <a:bodyPr anchor="b" anchorCtr="1"/>
          <a:lstStyle>
            <a:lvl1pPr>
              <a:defRPr lang="ko-KR" altLang="en-US" sz="2000" dirty="0"/>
            </a:lvl1pPr>
          </a:lstStyle>
          <a:p>
            <a:pPr marR="0" lvl="0" fontAlgn="auto">
              <a:spcAft>
                <a:spcPts val="0"/>
              </a:spcAft>
              <a:buClrTx/>
              <a:buSzTx/>
            </a:pPr>
            <a:r>
              <a:rPr lang="en-US" altLang="ko-KR" dirty="0"/>
              <a:t>Click icon to add picture</a:t>
            </a:r>
            <a:endParaRPr lang="ko-KR"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7_PPTMON slide">
    <p:spTree>
      <p:nvGrpSpPr>
        <p:cNvPr id="1" name=""/>
        <p:cNvGrpSpPr/>
        <p:nvPr/>
      </p:nvGrpSpPr>
      <p:grpSpPr>
        <a:xfrm>
          <a:off x="0" y="0"/>
          <a:ext cx="0" cy="0"/>
          <a:chOff x="0" y="0"/>
          <a:chExt cx="0" cy="0"/>
        </a:xfrm>
      </p:grpSpPr>
      <p:sp>
        <p:nvSpPr>
          <p:cNvPr id="14" name="그림 개체 틀 5"/>
          <p:cNvSpPr>
            <a:spLocks noGrp="1"/>
          </p:cNvSpPr>
          <p:nvPr>
            <p:ph type="pic" sz="quarter" idx="10"/>
          </p:nvPr>
        </p:nvSpPr>
        <p:spPr>
          <a:xfrm>
            <a:off x="1340810" y="1203960"/>
            <a:ext cx="5842310" cy="4450080"/>
          </a:xfrm>
          <a:prstGeom prst="roundRect">
            <a:avLst>
              <a:gd name="adj" fmla="val 4942"/>
            </a:avLst>
          </a:prstGeom>
          <a:pattFill prst="pct10">
            <a:fgClr>
              <a:schemeClr val="bg1">
                <a:lumMod val="75000"/>
              </a:schemeClr>
            </a:fgClr>
            <a:bgClr>
              <a:schemeClr val="bg1">
                <a:lumMod val="95000"/>
              </a:schemeClr>
            </a:bgClr>
          </a:pattFill>
        </p:spPr>
        <p:txBody>
          <a:bodyPr anchor="b"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5" name="TextBox 2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7" name="그래픽 2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1383535" y="6183312"/>
            <a:ext cx="406400" cy="406400"/>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H="1" flipV="1">
            <a:off x="10363200" y="5029200"/>
            <a:ext cx="1828800" cy="1828800"/>
          </a:xfrm>
          <a:prstGeom prst="rect">
            <a:avLst/>
          </a:prstGeom>
        </p:spPr>
      </p:pic>
      <p:pic>
        <p:nvPicPr>
          <p:cNvPr id="29" name="그래픽 2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18496" y="4530725"/>
            <a:ext cx="1143000" cy="1143000"/>
          </a:xfrm>
          <a:prstGeom prst="rect">
            <a:avLst/>
          </a:prstGeom>
        </p:spPr>
      </p:pic>
      <p:pic>
        <p:nvPicPr>
          <p:cNvPr id="30" name="그래픽 2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5400000" flipH="1">
            <a:off x="10996185" y="766763"/>
            <a:ext cx="885825" cy="295275"/>
          </a:xfrm>
          <a:prstGeom prst="rect">
            <a:avLst/>
          </a:prstGeom>
        </p:spPr>
      </p:pic>
      <p:pic>
        <p:nvPicPr>
          <p:cNvPr id="31" name="그래픽 3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flipH="1" flipV="1">
            <a:off x="1274746" y="5256212"/>
            <a:ext cx="342900" cy="2009775"/>
          </a:xfrm>
          <a:prstGeom prst="rect">
            <a:avLst/>
          </a:prstGeom>
        </p:spPr>
      </p:pic>
      <p:pic>
        <p:nvPicPr>
          <p:cNvPr id="32" name="그래픽 31"/>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H="1" flipV="1">
            <a:off x="0" y="0"/>
            <a:ext cx="1828800" cy="1828800"/>
          </a:xfrm>
          <a:prstGeom prst="rect">
            <a:avLst/>
          </a:prstGeom>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8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7" name="그래픽 2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71223" y="495301"/>
            <a:ext cx="406400" cy="406400"/>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0" y="0"/>
            <a:ext cx="3657600" cy="1828800"/>
          </a:xfrm>
          <a:prstGeom prst="rect">
            <a:avLst/>
          </a:prstGeom>
        </p:spPr>
      </p:pic>
      <p:pic>
        <p:nvPicPr>
          <p:cNvPr id="29" name="그래픽 2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0597949" y="4840685"/>
            <a:ext cx="1143000" cy="1143000"/>
          </a:xfrm>
          <a:prstGeom prst="rect">
            <a:avLst/>
          </a:prstGeom>
        </p:spPr>
      </p:pic>
      <p:pic>
        <p:nvPicPr>
          <p:cNvPr id="30" name="그래픽 2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555086" y="6131719"/>
            <a:ext cx="885825" cy="295275"/>
          </a:xfrm>
          <a:prstGeom prst="rect">
            <a:avLst/>
          </a:prstGeom>
        </p:spPr>
      </p:pic>
      <p:pic>
        <p:nvPicPr>
          <p:cNvPr id="31" name="그래픽 30"/>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8534400" y="5029200"/>
            <a:ext cx="3657600" cy="1828800"/>
          </a:xfrm>
          <a:prstGeom prst="rect">
            <a:avLst/>
          </a:prstGeom>
        </p:spPr>
      </p:pic>
      <p:pic>
        <p:nvPicPr>
          <p:cNvPr id="32" name="그래픽 31"/>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291444" y="4384674"/>
            <a:ext cx="342900" cy="2009775"/>
          </a:xfrm>
          <a:prstGeom prst="rect">
            <a:avLst/>
          </a:prstGeom>
        </p:spPr>
      </p:pic>
      <p:pic>
        <p:nvPicPr>
          <p:cNvPr id="33" name="그래픽 32"/>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10997999" y="463551"/>
            <a:ext cx="342900" cy="2009775"/>
          </a:xfrm>
          <a:prstGeom prst="rect">
            <a:avLst/>
          </a:prstGeom>
        </p:spPr>
      </p:pic>
      <p:sp>
        <p:nvSpPr>
          <p:cNvPr id="14" name="그림 개체 틀 8"/>
          <p:cNvSpPr>
            <a:spLocks noGrp="1"/>
          </p:cNvSpPr>
          <p:nvPr>
            <p:ph type="pic" sz="quarter" idx="10"/>
          </p:nvPr>
        </p:nvSpPr>
        <p:spPr>
          <a:xfrm>
            <a:off x="4351001" y="1092200"/>
            <a:ext cx="6452466" cy="4267200"/>
          </a:xfrm>
          <a:prstGeom prst="roundRect">
            <a:avLst>
              <a:gd name="adj" fmla="val 2113"/>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PTMON slide">
    <p:spTree>
      <p:nvGrpSpPr>
        <p:cNvPr id="1" name=""/>
        <p:cNvGrpSpPr/>
        <p:nvPr/>
      </p:nvGrpSpPr>
      <p:grpSpPr>
        <a:xfrm>
          <a:off x="0" y="0"/>
          <a:ext cx="0" cy="0"/>
          <a:chOff x="0" y="0"/>
          <a:chExt cx="0" cy="0"/>
        </a:xfrm>
      </p:grpSpPr>
      <p:pic>
        <p:nvPicPr>
          <p:cNvPr id="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7" name="TextBox 6">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PTMON custom">
    <p:bg>
      <p:bgPr>
        <a:solidFill>
          <a:schemeClr val="bg1"/>
        </a:solidFill>
        <a:effectLst/>
      </p:bgPr>
    </p:bg>
    <p:spTree>
      <p:nvGrpSpPr>
        <p:cNvPr id="1" name=""/>
        <p:cNvGrpSpPr/>
        <p:nvPr/>
      </p:nvGrpSpPr>
      <p:grpSpPr>
        <a:xfrm>
          <a:off x="0" y="0"/>
          <a:ext cx="0" cy="0"/>
          <a:chOff x="0" y="0"/>
          <a:chExt cx="0" cy="0"/>
        </a:xfrm>
      </p:grpSpPr>
      <p:pic>
        <p:nvPicPr>
          <p:cNvPr id="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5" name="TextBox 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PTMON title">
    <p:spTree>
      <p:nvGrpSpPr>
        <p:cNvPr id="1" name=""/>
        <p:cNvGrpSpPr/>
        <p:nvPr/>
      </p:nvGrpSpPr>
      <p:grpSpPr>
        <a:xfrm>
          <a:off x="0" y="0"/>
          <a:ext cx="0" cy="0"/>
          <a:chOff x="0" y="0"/>
          <a:chExt cx="0" cy="0"/>
        </a:xfrm>
      </p:grpSpPr>
      <p:pic>
        <p:nvPicPr>
          <p:cNvPr id="19"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1" name="TextBox 20">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3" name="그래픽 2"/>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435922" y="5995988"/>
            <a:ext cx="406400" cy="406400"/>
          </a:xfrm>
          <a:prstGeom prst="rect">
            <a:avLst/>
          </a:prstGeom>
        </p:spPr>
      </p:pic>
      <p:pic>
        <p:nvPicPr>
          <p:cNvPr id="4" name="그래픽 3"/>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a:off x="10363200" y="1600200"/>
            <a:ext cx="1828800" cy="3657600"/>
          </a:xfrm>
          <a:prstGeom prst="rect">
            <a:avLst/>
          </a:prstGeom>
        </p:spPr>
      </p:pic>
      <p:pic>
        <p:nvPicPr>
          <p:cNvPr id="5" name="그래픽 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898953" y="5259388"/>
            <a:ext cx="1143000" cy="1143000"/>
          </a:xfrm>
          <a:prstGeom prst="rect">
            <a:avLst/>
          </a:prstGeom>
        </p:spPr>
      </p:pic>
      <p:pic>
        <p:nvPicPr>
          <p:cNvPr id="6" name="그래픽 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584628" y="596983"/>
            <a:ext cx="885825" cy="295275"/>
          </a:xfrm>
          <a:prstGeom prst="rect">
            <a:avLst/>
          </a:prstGeom>
        </p:spPr>
      </p:pic>
      <p:pic>
        <p:nvPicPr>
          <p:cNvPr id="8" name="그래픽 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435922" y="455612"/>
            <a:ext cx="342900" cy="2009775"/>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a:off x="0" y="1600200"/>
            <a:ext cx="1828800" cy="3657600"/>
          </a:xfrm>
          <a:prstGeom prst="rect">
            <a:avLst/>
          </a:prstGeom>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PTMON titl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02065" y="268288"/>
            <a:ext cx="406400" cy="406400"/>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a:off x="0" y="0"/>
            <a:ext cx="1828800" cy="1828800"/>
          </a:xfrm>
          <a:prstGeom prst="rect">
            <a:avLst/>
          </a:prstGeom>
        </p:spPr>
      </p:pic>
      <p:pic>
        <p:nvPicPr>
          <p:cNvPr id="21" name="그래픽 20"/>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930504" y="1184275"/>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309990" y="5795962"/>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a:off x="10574354" y="-407987"/>
            <a:ext cx="342900" cy="2009775"/>
          </a:xfrm>
          <a:prstGeom prst="rect">
            <a:avLst/>
          </a:prstGeom>
        </p:spPr>
      </p:pic>
      <p:pic>
        <p:nvPicPr>
          <p:cNvPr id="29" name="그래픽 28"/>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a:off x="10363200" y="5029200"/>
            <a:ext cx="1828800" cy="1828800"/>
          </a:xfrm>
          <a:prstGeom prst="rect">
            <a:avLst/>
          </a:prstGeom>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PPTMON titl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5" name="TextBox 1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334549" y="5956299"/>
            <a:ext cx="406400" cy="406400"/>
          </a:xfrm>
          <a:prstGeom prst="rect">
            <a:avLst/>
          </a:prstGeom>
        </p:spPr>
      </p:pic>
      <p:pic>
        <p:nvPicPr>
          <p:cNvPr id="19" name="그래픽 18"/>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4267200" y="5029200"/>
            <a:ext cx="3657600" cy="1828800"/>
          </a:xfrm>
          <a:prstGeom prst="rect">
            <a:avLst/>
          </a:prstGeom>
        </p:spPr>
      </p:pic>
      <p:pic>
        <p:nvPicPr>
          <p:cNvPr id="20" name="그래픽 19"/>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71223" y="874315"/>
            <a:ext cx="1143000" cy="1143000"/>
          </a:xfrm>
          <a:prstGeom prst="rect">
            <a:avLst/>
          </a:prstGeom>
        </p:spPr>
      </p:pic>
      <p:pic>
        <p:nvPicPr>
          <p:cNvPr id="21" name="그래픽 20"/>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71261" y="431006"/>
            <a:ext cx="885825" cy="295275"/>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4267200" y="0"/>
            <a:ext cx="3657600" cy="1828800"/>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277828" y="463551"/>
            <a:ext cx="342900" cy="20097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571273" y="4384674"/>
            <a:ext cx="342900" cy="2009775"/>
          </a:xfrm>
          <a:prstGeom prst="rect">
            <a:avLst/>
          </a:prstGeom>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_PPTMON titl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498247" y="354012"/>
            <a:ext cx="406400" cy="406400"/>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a:off x="8534400" y="0"/>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815622" y="6208713"/>
            <a:ext cx="885825" cy="295275"/>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90553" y="404812"/>
            <a:ext cx="342900" cy="20097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a:off x="0" y="5029199"/>
            <a:ext cx="3657600" cy="1828800"/>
          </a:xfrm>
          <a:prstGeom prst="rect">
            <a:avLst/>
          </a:prstGeom>
        </p:spPr>
      </p:pic>
      <p:pic>
        <p:nvPicPr>
          <p:cNvPr id="21" name="그래픽 2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727304" y="1065213"/>
            <a:ext cx="1143000" cy="1143000"/>
          </a:xfrm>
          <a:prstGeom prst="rect">
            <a:avLst/>
          </a:prstGeom>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PPTMON slide">
    <p:spTree>
      <p:nvGrpSpPr>
        <p:cNvPr id="1" name=""/>
        <p:cNvGrpSpPr/>
        <p:nvPr/>
      </p:nvGrpSpPr>
      <p:grpSpPr>
        <a:xfrm>
          <a:off x="0" y="0"/>
          <a:ext cx="0" cy="0"/>
          <a:chOff x="0" y="0"/>
          <a:chExt cx="0" cy="0"/>
        </a:xfrm>
      </p:grpSpPr>
      <p:sp>
        <p:nvSpPr>
          <p:cNvPr id="65" name="그림 개체 틀 4"/>
          <p:cNvSpPr>
            <a:spLocks noGrp="1"/>
          </p:cNvSpPr>
          <p:nvPr>
            <p:ph type="pic" sz="quarter" idx="10"/>
          </p:nvPr>
        </p:nvSpPr>
        <p:spPr>
          <a:xfrm>
            <a:off x="3570514" y="0"/>
            <a:ext cx="8621486" cy="1712973"/>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2000" b="0"/>
            </a:lvl1pPr>
          </a:lstStyle>
          <a:p>
            <a:r>
              <a:rPr lang="en-US" altLang="ko-KR" dirty="0"/>
              <a:t>Click icon to add picture</a:t>
            </a:r>
            <a:endParaRPr lang="ko-KR" altLang="en-US" dirty="0"/>
          </a:p>
        </p:txBody>
      </p:sp>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7" name="그래픽 1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49247" y="5945187"/>
            <a:ext cx="406400" cy="406400"/>
          </a:xfrm>
          <a:prstGeom prst="rect">
            <a:avLst/>
          </a:prstGeom>
        </p:spPr>
      </p:pic>
      <p:pic>
        <p:nvPicPr>
          <p:cNvPr id="18" name="그래픽 1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0" y="0"/>
            <a:ext cx="3570514" cy="1785257"/>
          </a:xfrm>
          <a:prstGeom prst="rect">
            <a:avLst/>
          </a:prstGeom>
        </p:spPr>
      </p:pic>
      <p:pic>
        <p:nvPicPr>
          <p:cNvPr id="19" name="그래픽 1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1081657" y="2116221"/>
            <a:ext cx="1143000" cy="1143000"/>
          </a:xfrm>
          <a:prstGeom prst="rect">
            <a:avLst/>
          </a:prstGeom>
        </p:spPr>
      </p:pic>
      <p:pic>
        <p:nvPicPr>
          <p:cNvPr id="20" name="그래픽 1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56520" y="1562183"/>
            <a:ext cx="885825" cy="295275"/>
          </a:xfrm>
          <a:prstGeom prst="rect">
            <a:avLst/>
          </a:prstGeom>
        </p:spPr>
      </p:pic>
      <p:pic>
        <p:nvPicPr>
          <p:cNvPr id="21" name="그래픽 2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399853" y="4341812"/>
            <a:ext cx="342900" cy="2009775"/>
          </a:xfrm>
          <a:prstGeom prst="rect">
            <a:avLst/>
          </a:prstGeom>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2_PPTMON slide">
    <p:spTree>
      <p:nvGrpSpPr>
        <p:cNvPr id="1" name=""/>
        <p:cNvGrpSpPr/>
        <p:nvPr/>
      </p:nvGrpSpPr>
      <p:grpSpPr>
        <a:xfrm>
          <a:off x="0" y="0"/>
          <a:ext cx="0" cy="0"/>
          <a:chOff x="0" y="0"/>
          <a:chExt cx="0" cy="0"/>
        </a:xfrm>
      </p:grpSpPr>
      <p:sp>
        <p:nvSpPr>
          <p:cNvPr id="30" name="그림 개체 틀 4"/>
          <p:cNvSpPr>
            <a:spLocks noGrp="1"/>
          </p:cNvSpPr>
          <p:nvPr>
            <p:ph type="pic" sz="quarter" idx="10"/>
          </p:nvPr>
        </p:nvSpPr>
        <p:spPr>
          <a:xfrm>
            <a:off x="3570514" y="0"/>
            <a:ext cx="8621486" cy="1712973"/>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2000"/>
            </a:lvl1pPr>
          </a:lstStyle>
          <a:p>
            <a:r>
              <a:rPr lang="en-US" altLang="ko-KR" dirty="0"/>
              <a:t>Click icon to add picture</a:t>
            </a:r>
            <a:endParaRPr lang="ko-KR" altLang="en-US" dirty="0"/>
          </a:p>
        </p:txBody>
      </p:sp>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7" name="그래픽 1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11369010" y="5945187"/>
            <a:ext cx="406400" cy="406400"/>
          </a:xfrm>
          <a:prstGeom prst="rect">
            <a:avLst/>
          </a:prstGeom>
        </p:spPr>
      </p:pic>
      <p:pic>
        <p:nvPicPr>
          <p:cNvPr id="18" name="그래픽 1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0" y="0"/>
            <a:ext cx="3570514" cy="1785257"/>
          </a:xfrm>
          <a:prstGeom prst="rect">
            <a:avLst/>
          </a:prstGeom>
        </p:spPr>
      </p:pic>
      <p:pic>
        <p:nvPicPr>
          <p:cNvPr id="21" name="그래픽 20"/>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0" y="2116221"/>
            <a:ext cx="1143000" cy="1143000"/>
          </a:xfrm>
          <a:prstGeom prst="rect">
            <a:avLst/>
          </a:prstGeom>
        </p:spPr>
      </p:pic>
      <p:pic>
        <p:nvPicPr>
          <p:cNvPr id="22" name="그래픽 21"/>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2228169" y="114383"/>
            <a:ext cx="885825" cy="295275"/>
          </a:xfrm>
          <a:prstGeom prst="rect">
            <a:avLst/>
          </a:prstGeom>
        </p:spPr>
      </p:pic>
      <p:pic>
        <p:nvPicPr>
          <p:cNvPr id="23" name="그래픽 22"/>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481904" y="4341812"/>
            <a:ext cx="342900" cy="2009775"/>
          </a:xfrm>
          <a:prstGeom prst="rect">
            <a:avLst/>
          </a:prstGeom>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PPTMON slide">
    <p:spTree>
      <p:nvGrpSpPr>
        <p:cNvPr id="1" name=""/>
        <p:cNvGrpSpPr/>
        <p:nvPr/>
      </p:nvGrpSpPr>
      <p:grpSpPr>
        <a:xfrm>
          <a:off x="0" y="0"/>
          <a:ext cx="0" cy="0"/>
          <a:chOff x="0" y="0"/>
          <a:chExt cx="0" cy="0"/>
        </a:xfrm>
      </p:grpSpPr>
      <p:pic>
        <p:nvPicPr>
          <p:cNvPr id="17"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387704" y="6152162"/>
            <a:ext cx="406400" cy="406400"/>
          </a:xfrm>
          <a:prstGeom prst="rect">
            <a:avLst/>
          </a:prstGeom>
        </p:spPr>
      </p:pic>
      <p:pic>
        <p:nvPicPr>
          <p:cNvPr id="21" name="그래픽 20"/>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8534400" y="0"/>
            <a:ext cx="3657600" cy="3657600"/>
          </a:xfrm>
          <a:prstGeom prst="rect">
            <a:avLst/>
          </a:prstGeom>
        </p:spPr>
      </p:pic>
      <p:pic>
        <p:nvPicPr>
          <p:cNvPr id="23" name="그래픽 22"/>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816204" y="4778974"/>
            <a:ext cx="1143000" cy="1143000"/>
          </a:xfrm>
          <a:prstGeom prst="rect">
            <a:avLst/>
          </a:prstGeom>
        </p:spPr>
      </p:pic>
      <p:pic>
        <p:nvPicPr>
          <p:cNvPr id="24" name="그래픽 23"/>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248347" y="769421"/>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a:off x="1231334" y="5350475"/>
            <a:ext cx="342900" cy="2009775"/>
          </a:xfrm>
          <a:prstGeom prst="rect">
            <a:avLst/>
          </a:prstGeom>
        </p:spPr>
      </p:pic>
      <p:sp>
        <p:nvSpPr>
          <p:cNvPr id="30" name="그림 개체 틀 2"/>
          <p:cNvSpPr>
            <a:spLocks noGrp="1"/>
          </p:cNvSpPr>
          <p:nvPr userDrawn="1">
            <p:ph type="pic" sz="quarter" idx="14"/>
          </p:nvPr>
        </p:nvSpPr>
        <p:spPr>
          <a:xfrm>
            <a:off x="7125607" y="1507525"/>
            <a:ext cx="3840758" cy="3842950"/>
          </a:xfrm>
          <a:prstGeom prst="ellipse">
            <a:avLst/>
          </a:prstGeom>
          <a:pattFill prst="pct10">
            <a:fgClr>
              <a:schemeClr val="bg1">
                <a:lumMod val="75000"/>
              </a:schemeClr>
            </a:fgClr>
            <a:bgClr>
              <a:schemeClr val="bg1">
                <a:lumMod val="95000"/>
              </a:schemeClr>
            </a:bgClr>
          </a:pattFill>
        </p:spPr>
        <p:txBody>
          <a:bodyPr tIns="720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1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349678" y="5995988"/>
            <a:ext cx="406400" cy="406400"/>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a:off x="0" y="1600200"/>
            <a:ext cx="1828800" cy="3657600"/>
          </a:xfrm>
          <a:prstGeom prst="rect">
            <a:avLst/>
          </a:prstGeom>
        </p:spPr>
      </p:pic>
      <p:pic>
        <p:nvPicPr>
          <p:cNvPr id="24" name="그래픽 23"/>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0150047" y="5259388"/>
            <a:ext cx="1143000" cy="1143000"/>
          </a:xfrm>
          <a:prstGeom prst="rect">
            <a:avLst/>
          </a:prstGeom>
        </p:spPr>
      </p:pic>
      <p:pic>
        <p:nvPicPr>
          <p:cNvPr id="25" name="그래픽 24"/>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721547" y="596983"/>
            <a:ext cx="885825" cy="295275"/>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413178" y="455612"/>
            <a:ext cx="342900" cy="2009775"/>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a:off x="10363200" y="1600200"/>
            <a:ext cx="1828800" cy="3657600"/>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5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11383535" y="268288"/>
            <a:ext cx="406400" cy="406400"/>
          </a:xfrm>
          <a:prstGeom prst="rect">
            <a:avLst/>
          </a:prstGeom>
        </p:spPr>
      </p:pic>
      <p:pic>
        <p:nvPicPr>
          <p:cNvPr id="22" name="그래픽 21"/>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H="1">
            <a:off x="10363200" y="0"/>
            <a:ext cx="1828800" cy="1828800"/>
          </a:xfrm>
          <a:prstGeom prst="rect">
            <a:avLst/>
          </a:prstGeom>
        </p:spPr>
      </p:pic>
      <p:pic>
        <p:nvPicPr>
          <p:cNvPr id="23" name="그래픽 22"/>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18496" y="1184275"/>
            <a:ext cx="1143000" cy="1143000"/>
          </a:xfrm>
          <a:prstGeom prst="rect">
            <a:avLst/>
          </a:prstGeom>
        </p:spPr>
      </p:pic>
      <p:pic>
        <p:nvPicPr>
          <p:cNvPr id="24" name="그래픽 23"/>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5400000" flipH="1">
            <a:off x="10996185" y="5795962"/>
            <a:ext cx="885825" cy="295275"/>
          </a:xfrm>
          <a:prstGeom prst="rect">
            <a:avLst/>
          </a:prstGeom>
        </p:spPr>
      </p:pic>
      <p:pic>
        <p:nvPicPr>
          <p:cNvPr id="25" name="그래픽 24"/>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16200000" flipH="1">
            <a:off x="1274746" y="-407987"/>
            <a:ext cx="342900" cy="2009775"/>
          </a:xfrm>
          <a:prstGeom prst="rect">
            <a:avLst/>
          </a:prstGeom>
        </p:spPr>
      </p:pic>
      <p:pic>
        <p:nvPicPr>
          <p:cNvPr id="26" name="그래픽 25"/>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H="1">
            <a:off x="0" y="5029200"/>
            <a:ext cx="1828800" cy="1828800"/>
          </a:xfrm>
          <a:prstGeom prst="rect">
            <a:avLst/>
          </a:prstGeom>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6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5" name="TextBox 1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431144" y="6102349"/>
            <a:ext cx="406400" cy="406400"/>
          </a:xfrm>
          <a:prstGeom prst="rect">
            <a:avLst/>
          </a:prstGeom>
        </p:spPr>
      </p:pic>
      <p:pic>
        <p:nvPicPr>
          <p:cNvPr id="17" name="그래픽 1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3987372" y="5029200"/>
            <a:ext cx="3657600" cy="1828800"/>
          </a:xfrm>
          <a:prstGeom prst="rect">
            <a:avLst/>
          </a:prstGeom>
        </p:spPr>
      </p:pic>
      <p:pic>
        <p:nvPicPr>
          <p:cNvPr id="19" name="그래픽 1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0597949" y="874315"/>
            <a:ext cx="1143000" cy="1143000"/>
          </a:xfrm>
          <a:prstGeom prst="rect">
            <a:avLst/>
          </a:prstGeom>
        </p:spPr>
      </p:pic>
      <p:pic>
        <p:nvPicPr>
          <p:cNvPr id="22" name="그래픽 21"/>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555086" y="431006"/>
            <a:ext cx="885825" cy="295275"/>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3987372" y="0"/>
            <a:ext cx="3657600" cy="1828800"/>
          </a:xfrm>
          <a:prstGeom prst="rect">
            <a:avLst/>
          </a:prstGeom>
        </p:spPr>
      </p:pic>
      <p:pic>
        <p:nvPicPr>
          <p:cNvPr id="24" name="그래픽 23"/>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291444" y="463551"/>
            <a:ext cx="342900" cy="2009775"/>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10997999" y="4384674"/>
            <a:ext cx="342900" cy="2009775"/>
          </a:xfrm>
          <a:prstGeom prst="rect">
            <a:avLst/>
          </a:prstGeom>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7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287353" y="354012"/>
            <a:ext cx="406400" cy="406400"/>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flipH="1">
            <a:off x="0" y="0"/>
            <a:ext cx="3657600" cy="1828800"/>
          </a:xfrm>
          <a:prstGeom prst="rect">
            <a:avLst/>
          </a:prstGeom>
        </p:spPr>
      </p:pic>
      <p:pic>
        <p:nvPicPr>
          <p:cNvPr id="24" name="그래픽 23"/>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490553" y="6208713"/>
            <a:ext cx="885825" cy="295275"/>
          </a:xfrm>
          <a:prstGeom prst="rect">
            <a:avLst/>
          </a:prstGeom>
        </p:spPr>
      </p:pic>
      <p:pic>
        <p:nvPicPr>
          <p:cNvPr id="25" name="그래픽 24"/>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1358547" y="404812"/>
            <a:ext cx="342900" cy="2009775"/>
          </a:xfrm>
          <a:prstGeom prst="rect">
            <a:avLst/>
          </a:prstGeom>
        </p:spPr>
      </p:pic>
      <p:pic>
        <p:nvPicPr>
          <p:cNvPr id="26" name="그래픽 25"/>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flipH="1">
            <a:off x="8534400" y="5029199"/>
            <a:ext cx="3657600" cy="1828800"/>
          </a:xfrm>
          <a:prstGeom prst="rect">
            <a:avLst/>
          </a:prstGeom>
        </p:spPr>
      </p:pic>
      <p:pic>
        <p:nvPicPr>
          <p:cNvPr id="27" name="그래픽 26"/>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321696" y="1065213"/>
            <a:ext cx="1143000" cy="1143000"/>
          </a:xfrm>
          <a:prstGeom prst="rect">
            <a:avLst/>
          </a:prstGeom>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8_PPTMON slide">
    <p:spTree>
      <p:nvGrpSpPr>
        <p:cNvPr id="1" name=""/>
        <p:cNvGrpSpPr/>
        <p:nvPr/>
      </p:nvGrpSpPr>
      <p:grpSpPr>
        <a:xfrm>
          <a:off x="0" y="0"/>
          <a:ext cx="0" cy="0"/>
          <a:chOff x="0" y="0"/>
          <a:chExt cx="0" cy="0"/>
        </a:xfrm>
      </p:grpSpPr>
      <p:sp>
        <p:nvSpPr>
          <p:cNvPr id="31" name="그림 개체 틀 4"/>
          <p:cNvSpPr>
            <a:spLocks noGrp="1"/>
          </p:cNvSpPr>
          <p:nvPr>
            <p:ph type="pic" sz="quarter" idx="10"/>
          </p:nvPr>
        </p:nvSpPr>
        <p:spPr>
          <a:xfrm>
            <a:off x="1008357" y="1933576"/>
            <a:ext cx="4857162" cy="2247122"/>
          </a:xfrm>
          <a:prstGeom prst="rect">
            <a:avLst/>
          </a:prstGeom>
          <a:pattFill prst="pct10">
            <a:fgClr>
              <a:schemeClr val="bg1">
                <a:lumMod val="75000"/>
              </a:schemeClr>
            </a:fgClr>
            <a:bgClr>
              <a:schemeClr val="bg1">
                <a:lumMod val="95000"/>
              </a:schemeClr>
            </a:bgClr>
          </a:pattFill>
        </p:spPr>
        <p:txBody>
          <a:bodyPr bIns="432000" anchor="b"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
        <p:nvSpPr>
          <p:cNvPr id="32" name="그림 개체 틀 4"/>
          <p:cNvSpPr>
            <a:spLocks noGrp="1"/>
          </p:cNvSpPr>
          <p:nvPr>
            <p:ph type="pic" sz="quarter" idx="11"/>
          </p:nvPr>
        </p:nvSpPr>
        <p:spPr>
          <a:xfrm>
            <a:off x="6326483" y="1933576"/>
            <a:ext cx="4857162" cy="2247122"/>
          </a:xfrm>
          <a:prstGeom prst="rect">
            <a:avLst/>
          </a:prstGeom>
          <a:pattFill prst="pct10">
            <a:fgClr>
              <a:schemeClr val="bg1">
                <a:lumMod val="75000"/>
              </a:schemeClr>
            </a:fgClr>
            <a:bgClr>
              <a:schemeClr val="bg1">
                <a:lumMod val="95000"/>
              </a:schemeClr>
            </a:bgClr>
          </a:pattFill>
        </p:spPr>
        <p:txBody>
          <a:bodyPr bIns="432000" anchor="b"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pic>
        <p:nvPicPr>
          <p:cNvPr id="20"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4" name="TextBox 2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6" name="그래픽 2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449247" y="506413"/>
            <a:ext cx="406400" cy="406400"/>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0" y="5072743"/>
            <a:ext cx="3570514" cy="1785257"/>
          </a:xfrm>
          <a:prstGeom prst="rect">
            <a:avLst/>
          </a:prstGeom>
        </p:spPr>
      </p:pic>
      <p:pic>
        <p:nvPicPr>
          <p:cNvPr id="28" name="그래픽 2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1081657" y="3598779"/>
            <a:ext cx="1143000" cy="1143000"/>
          </a:xfrm>
          <a:prstGeom prst="rect">
            <a:avLst/>
          </a:prstGeom>
        </p:spPr>
      </p:pic>
      <p:pic>
        <p:nvPicPr>
          <p:cNvPr id="29" name="그래픽 2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49247" y="6203949"/>
            <a:ext cx="885825" cy="2952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399853" y="506413"/>
            <a:ext cx="342900" cy="2009775"/>
          </a:xfrm>
          <a:prstGeom prst="rect">
            <a:avLst/>
          </a:prstGeom>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9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397896" y="6152162"/>
            <a:ext cx="406400" cy="406400"/>
          </a:xfrm>
          <a:prstGeom prst="rect">
            <a:avLst/>
          </a:prstGeom>
        </p:spPr>
      </p:pic>
      <p:pic>
        <p:nvPicPr>
          <p:cNvPr id="22" name="그래픽 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flipH="1">
            <a:off x="0" y="0"/>
            <a:ext cx="3657600" cy="3657600"/>
          </a:xfrm>
          <a:prstGeom prst="rect">
            <a:avLst/>
          </a:prstGeom>
        </p:spPr>
      </p:pic>
      <p:pic>
        <p:nvPicPr>
          <p:cNvPr id="25" name="그래픽 2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232796" y="4778974"/>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791128" y="515421"/>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11358547" y="4345587"/>
            <a:ext cx="342900" cy="2009775"/>
          </a:xfrm>
          <a:prstGeom prst="rect">
            <a:avLst/>
          </a:prstGeom>
        </p:spPr>
      </p:pic>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0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4" name="TextBox 1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435922" y="455612"/>
            <a:ext cx="406400" cy="406400"/>
          </a:xfrm>
          <a:prstGeom prst="rect">
            <a:avLst/>
          </a:prstGeom>
        </p:spPr>
      </p:pic>
      <p:pic>
        <p:nvPicPr>
          <p:cNvPr id="17" name="그래픽 1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V="1">
            <a:off x="10363200" y="1600200"/>
            <a:ext cx="1828800" cy="3657600"/>
          </a:xfrm>
          <a:prstGeom prst="rect">
            <a:avLst/>
          </a:prstGeom>
        </p:spPr>
      </p:pic>
      <p:pic>
        <p:nvPicPr>
          <p:cNvPr id="18" name="그래픽 1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898953" y="455612"/>
            <a:ext cx="1143000" cy="1143000"/>
          </a:xfrm>
          <a:prstGeom prst="rect">
            <a:avLst/>
          </a:prstGeom>
        </p:spPr>
      </p:pic>
      <p:pic>
        <p:nvPicPr>
          <p:cNvPr id="19" name="그래픽 1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584628" y="5965742"/>
            <a:ext cx="885825" cy="295275"/>
          </a:xfrm>
          <a:prstGeom prst="rect">
            <a:avLst/>
          </a:prstGeom>
        </p:spPr>
      </p:pic>
      <p:pic>
        <p:nvPicPr>
          <p:cNvPr id="20" name="그래픽 1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435922" y="4392613"/>
            <a:ext cx="342900" cy="2009775"/>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flipV="1">
            <a:off x="0" y="1600200"/>
            <a:ext cx="1828800" cy="3657600"/>
          </a:xfrm>
          <a:prstGeom prst="rect">
            <a:avLst/>
          </a:prstGeom>
        </p:spPr>
      </p:pic>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1_PPTMON slide">
    <p:spTree>
      <p:nvGrpSpPr>
        <p:cNvPr id="1" name=""/>
        <p:cNvGrpSpPr/>
        <p:nvPr/>
      </p:nvGrpSpPr>
      <p:grpSpPr>
        <a:xfrm>
          <a:off x="0" y="0"/>
          <a:ext cx="0" cy="0"/>
          <a:chOff x="0" y="0"/>
          <a:chExt cx="0" cy="0"/>
        </a:xfrm>
      </p:grpSpPr>
      <p:pic>
        <p:nvPicPr>
          <p:cNvPr id="10"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3" name="TextBox 12">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5" name="그래픽 14"/>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402065" y="6183312"/>
            <a:ext cx="406400" cy="406400"/>
          </a:xfrm>
          <a:prstGeom prst="rect">
            <a:avLst/>
          </a:prstGeom>
        </p:spPr>
      </p:pic>
      <p:pic>
        <p:nvPicPr>
          <p:cNvPr id="16" name="그래픽 15"/>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V="1">
            <a:off x="0" y="5029200"/>
            <a:ext cx="1828800" cy="1828800"/>
          </a:xfrm>
          <a:prstGeom prst="rect">
            <a:avLst/>
          </a:prstGeom>
        </p:spPr>
      </p:pic>
      <p:pic>
        <p:nvPicPr>
          <p:cNvPr id="17" name="그래픽 16"/>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0930504" y="4530725"/>
            <a:ext cx="1143000" cy="1143000"/>
          </a:xfrm>
          <a:prstGeom prst="rect">
            <a:avLst/>
          </a:prstGeom>
        </p:spPr>
      </p:pic>
      <p:pic>
        <p:nvPicPr>
          <p:cNvPr id="18" name="그래픽 17"/>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309990" y="766763"/>
            <a:ext cx="885825" cy="295275"/>
          </a:xfrm>
          <a:prstGeom prst="rect">
            <a:avLst/>
          </a:prstGeom>
        </p:spPr>
      </p:pic>
      <p:pic>
        <p:nvPicPr>
          <p:cNvPr id="19" name="그래픽 1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16200000" flipV="1">
            <a:off x="10574354" y="5256212"/>
            <a:ext cx="342900" cy="2009775"/>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V="1">
            <a:off x="10363200" y="0"/>
            <a:ext cx="1828800" cy="1828800"/>
          </a:xfrm>
          <a:prstGeom prst="rect">
            <a:avLst/>
          </a:prstGeom>
        </p:spPr>
      </p:pic>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2_PPTMON slide">
    <p:spTree>
      <p:nvGrpSpPr>
        <p:cNvPr id="1" name=""/>
        <p:cNvGrpSpPr/>
        <p:nvPr/>
      </p:nvGrpSpPr>
      <p:grpSpPr>
        <a:xfrm>
          <a:off x="0" y="0"/>
          <a:ext cx="0" cy="0"/>
          <a:chOff x="0" y="0"/>
          <a:chExt cx="0" cy="0"/>
        </a:xfrm>
      </p:grpSpPr>
      <p:pic>
        <p:nvPicPr>
          <p:cNvPr id="21"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2" name="TextBox 21">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4" name="그래픽 23"/>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334549" y="2412121"/>
            <a:ext cx="406400" cy="406400"/>
          </a:xfrm>
          <a:prstGeom prst="rect">
            <a:avLst/>
          </a:prstGeom>
        </p:spPr>
      </p:pic>
      <p:pic>
        <p:nvPicPr>
          <p:cNvPr id="25" name="그래픽 24"/>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0" y="1916820"/>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71223" y="4840685"/>
            <a:ext cx="1143000" cy="1143000"/>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71261" y="6131719"/>
            <a:ext cx="885825" cy="2952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8534400" y="5029200"/>
            <a:ext cx="3657600" cy="1828800"/>
          </a:xfrm>
          <a:prstGeom prst="rect">
            <a:avLst/>
          </a:prstGeom>
        </p:spPr>
      </p:pic>
      <p:pic>
        <p:nvPicPr>
          <p:cNvPr id="29" name="그래픽 2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277828" y="4384674"/>
            <a:ext cx="342900" cy="20097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571273" y="2380371"/>
            <a:ext cx="342900" cy="2009775"/>
          </a:xfrm>
          <a:prstGeom prst="rect">
            <a:avLst/>
          </a:prstGeom>
        </p:spPr>
      </p:pic>
      <p:sp>
        <p:nvSpPr>
          <p:cNvPr id="10" name="그림 개체 틀 2"/>
          <p:cNvSpPr>
            <a:spLocks noGrp="1"/>
          </p:cNvSpPr>
          <p:nvPr>
            <p:ph type="pic" sz="quarter" idx="11"/>
          </p:nvPr>
        </p:nvSpPr>
        <p:spPr>
          <a:xfrm>
            <a:off x="0" y="0"/>
            <a:ext cx="12192000" cy="1901371"/>
          </a:xfrm>
          <a:prstGeom prst="rect">
            <a:avLst/>
          </a:prstGeom>
          <a:pattFill prst="pct10">
            <a:fgClr>
              <a:schemeClr val="bg1">
                <a:lumMod val="75000"/>
              </a:schemeClr>
            </a:fgClr>
            <a:bgClr>
              <a:schemeClr val="bg1">
                <a:lumMod val="95000"/>
              </a:schemeClr>
            </a:bgClr>
          </a:pattFill>
        </p:spPr>
        <p:txBody>
          <a:bodyPr tIns="828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3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4" name="TextBox 1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4" name="그래픽 23"/>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498247" y="6097587"/>
            <a:ext cx="406400" cy="406400"/>
          </a:xfrm>
          <a:prstGeom prst="rect">
            <a:avLst/>
          </a:prstGeom>
        </p:spPr>
      </p:pic>
      <p:pic>
        <p:nvPicPr>
          <p:cNvPr id="25" name="그래픽 24"/>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flipV="1">
            <a:off x="8534400" y="5029199"/>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0815622" y="354011"/>
            <a:ext cx="885825" cy="295275"/>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90553" y="4443412"/>
            <a:ext cx="342900" cy="20097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flipV="1">
            <a:off x="0" y="0"/>
            <a:ext cx="3657600" cy="1828800"/>
          </a:xfrm>
          <a:prstGeom prst="rect">
            <a:avLst/>
          </a:prstGeom>
        </p:spPr>
      </p:pic>
      <p:pic>
        <p:nvPicPr>
          <p:cNvPr id="29" name="그래픽 2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0727304" y="4649786"/>
            <a:ext cx="1143000" cy="1143000"/>
          </a:xfrm>
          <a:prstGeom prst="rect">
            <a:avLst/>
          </a:prstGeom>
        </p:spPr>
      </p:pic>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4_PPTMON slid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1369010" y="506413"/>
            <a:ext cx="406400" cy="406400"/>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8654143" y="5072743"/>
            <a:ext cx="3570514" cy="1785257"/>
          </a:xfrm>
          <a:prstGeom prst="rect">
            <a:avLst/>
          </a:prstGeom>
        </p:spPr>
      </p:pic>
      <p:pic>
        <p:nvPicPr>
          <p:cNvPr id="22" name="그래픽 2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0" y="3582652"/>
            <a:ext cx="1143000" cy="1143000"/>
          </a:xfrm>
          <a:prstGeom prst="rect">
            <a:avLst/>
          </a:prstGeom>
        </p:spPr>
      </p:pic>
      <p:pic>
        <p:nvPicPr>
          <p:cNvPr id="23" name="그래픽 22"/>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882312" y="6295942"/>
            <a:ext cx="885825" cy="295275"/>
          </a:xfrm>
          <a:prstGeom prst="rect">
            <a:avLst/>
          </a:prstGeom>
        </p:spPr>
      </p:pic>
      <p:pic>
        <p:nvPicPr>
          <p:cNvPr id="24" name="그래픽 23"/>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245140" y="506413"/>
            <a:ext cx="342900" cy="2009775"/>
          </a:xfrm>
          <a:prstGeom prst="rect">
            <a:avLst/>
          </a:prstGeom>
        </p:spPr>
      </p:pic>
      <p:sp>
        <p:nvSpPr>
          <p:cNvPr id="15" name="그림 개체 틀 4"/>
          <p:cNvSpPr>
            <a:spLocks noGrp="1"/>
          </p:cNvSpPr>
          <p:nvPr>
            <p:ph type="pic" sz="quarter" idx="13"/>
          </p:nvPr>
        </p:nvSpPr>
        <p:spPr>
          <a:xfrm>
            <a:off x="873578" y="0"/>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
        <p:nvSpPr>
          <p:cNvPr id="16" name="그림 개체 틀 4"/>
          <p:cNvSpPr>
            <a:spLocks noGrp="1"/>
          </p:cNvSpPr>
          <p:nvPr>
            <p:ph type="pic" sz="quarter" idx="14"/>
          </p:nvPr>
        </p:nvSpPr>
        <p:spPr>
          <a:xfrm>
            <a:off x="8846685" y="2249715"/>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
        <p:nvSpPr>
          <p:cNvPr id="17" name="그림 개체 틀 4"/>
          <p:cNvSpPr>
            <a:spLocks noGrp="1"/>
          </p:cNvSpPr>
          <p:nvPr>
            <p:ph type="pic" sz="quarter" idx="15"/>
          </p:nvPr>
        </p:nvSpPr>
        <p:spPr>
          <a:xfrm>
            <a:off x="5914799" y="2249715"/>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5_PPTMON slid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7" name="TextBox 16">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3" name="그래픽 22"/>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397896" y="0"/>
            <a:ext cx="406400" cy="406400"/>
          </a:xfrm>
          <a:prstGeom prst="rect">
            <a:avLst/>
          </a:prstGeom>
        </p:spPr>
      </p:pic>
      <p:pic>
        <p:nvPicPr>
          <p:cNvPr id="24" name="그래픽 23"/>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flipH="1" flipV="1">
            <a:off x="0" y="3150054"/>
            <a:ext cx="3657600" cy="3657600"/>
          </a:xfrm>
          <a:prstGeom prst="rect">
            <a:avLst/>
          </a:prstGeom>
        </p:spPr>
      </p:pic>
      <p:pic>
        <p:nvPicPr>
          <p:cNvPr id="25" name="그래픽 2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232796" y="636588"/>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791128" y="4505924"/>
            <a:ext cx="885825" cy="295275"/>
          </a:xfrm>
          <a:prstGeom prst="rect">
            <a:avLst/>
          </a:prstGeom>
        </p:spPr>
      </p:pic>
      <p:pic>
        <p:nvPicPr>
          <p:cNvPr id="27" name="그래픽 26"/>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11358547" y="203200"/>
            <a:ext cx="342900" cy="2009775"/>
          </a:xfrm>
          <a:prstGeom prst="rect">
            <a:avLst/>
          </a:prstGeom>
        </p:spPr>
      </p:pic>
      <p:sp>
        <p:nvSpPr>
          <p:cNvPr id="28" name="그림 개체 틀 2"/>
          <p:cNvSpPr>
            <a:spLocks noGrp="1"/>
          </p:cNvSpPr>
          <p:nvPr>
            <p:ph type="pic" sz="quarter" idx="11"/>
          </p:nvPr>
        </p:nvSpPr>
        <p:spPr>
          <a:xfrm>
            <a:off x="0" y="4956629"/>
            <a:ext cx="12192000" cy="1901371"/>
          </a:xfrm>
          <a:prstGeom prst="rect">
            <a:avLst/>
          </a:prstGeom>
          <a:pattFill prst="pct10">
            <a:fgClr>
              <a:schemeClr val="bg1">
                <a:lumMod val="75000"/>
              </a:schemeClr>
            </a:fgClr>
            <a:bgClr>
              <a:schemeClr val="bg1">
                <a:lumMod val="95000"/>
              </a:schemeClr>
            </a:bgClr>
          </a:pattFill>
        </p:spPr>
        <p:txBody>
          <a:bodyPr tIns="828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6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6" name="그래픽 2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349678" y="455612"/>
            <a:ext cx="406400" cy="406400"/>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flipV="1">
            <a:off x="0" y="1600200"/>
            <a:ext cx="1828800" cy="3657600"/>
          </a:xfrm>
          <a:prstGeom prst="rect">
            <a:avLst/>
          </a:prstGeom>
        </p:spPr>
      </p:pic>
      <p:pic>
        <p:nvPicPr>
          <p:cNvPr id="28" name="그래픽 2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0150047" y="455612"/>
            <a:ext cx="1143000" cy="1143000"/>
          </a:xfrm>
          <a:prstGeom prst="rect">
            <a:avLst/>
          </a:prstGeom>
        </p:spPr>
      </p:pic>
      <p:pic>
        <p:nvPicPr>
          <p:cNvPr id="29" name="그래픽 2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721547" y="5965742"/>
            <a:ext cx="885825" cy="2952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413178" y="4392613"/>
            <a:ext cx="342900" cy="2009775"/>
          </a:xfrm>
          <a:prstGeom prst="rect">
            <a:avLst/>
          </a:prstGeom>
        </p:spPr>
      </p:pic>
      <p:pic>
        <p:nvPicPr>
          <p:cNvPr id="31" name="그래픽 30"/>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V="1">
            <a:off x="10363200" y="1600200"/>
            <a:ext cx="1828800" cy="3657600"/>
          </a:xfrm>
          <a:prstGeom prst="rect">
            <a:avLst/>
          </a:prstGeom>
        </p:spPr>
      </p:pic>
      <p:sp>
        <p:nvSpPr>
          <p:cNvPr id="14" name="그림 개체 틀 11"/>
          <p:cNvSpPr>
            <a:spLocks noGrp="1"/>
          </p:cNvSpPr>
          <p:nvPr>
            <p:ph type="pic" sz="quarter" idx="11"/>
          </p:nvPr>
        </p:nvSpPr>
        <p:spPr>
          <a:xfrm>
            <a:off x="7675032" y="1219200"/>
            <a:ext cx="2142067" cy="4423546"/>
          </a:xfrm>
          <a:prstGeom prst="roundRect">
            <a:avLst>
              <a:gd name="adj" fmla="val 13697"/>
            </a:avLst>
          </a:prstGeom>
          <a:pattFill prst="pct10">
            <a:fgClr>
              <a:schemeClr val="bg1">
                <a:lumMod val="75000"/>
              </a:schemeClr>
            </a:fgClr>
            <a:bgClr>
              <a:schemeClr val="bg1">
                <a:lumMod val="95000"/>
              </a:schemeClr>
            </a:bgClr>
          </a:pattFill>
        </p:spPr>
        <p:txBody>
          <a:bodyPr anchor="b" anchorCtr="1"/>
          <a:lstStyle>
            <a:lvl1pPr>
              <a:defRPr lang="ko-KR" altLang="en-US" sz="2000" dirty="0"/>
            </a:lvl1pPr>
          </a:lstStyle>
          <a:p>
            <a:pPr marR="0" lvl="0" fontAlgn="auto">
              <a:spcAft>
                <a:spcPts val="0"/>
              </a:spcAft>
              <a:buClrTx/>
              <a:buSzTx/>
            </a:pPr>
            <a:r>
              <a:rPr lang="en-US" altLang="ko-KR" dirty="0"/>
              <a:t>Click icon to add picture</a:t>
            </a:r>
            <a:endParaRPr lang="ko-KR" alt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7_PPTMON slide">
    <p:spTree>
      <p:nvGrpSpPr>
        <p:cNvPr id="1" name=""/>
        <p:cNvGrpSpPr/>
        <p:nvPr/>
      </p:nvGrpSpPr>
      <p:grpSpPr>
        <a:xfrm>
          <a:off x="0" y="0"/>
          <a:ext cx="0" cy="0"/>
          <a:chOff x="0" y="0"/>
          <a:chExt cx="0" cy="0"/>
        </a:xfrm>
      </p:grpSpPr>
      <p:sp>
        <p:nvSpPr>
          <p:cNvPr id="14" name="그림 개체 틀 5"/>
          <p:cNvSpPr>
            <a:spLocks noGrp="1"/>
          </p:cNvSpPr>
          <p:nvPr>
            <p:ph type="pic" sz="quarter" idx="10"/>
          </p:nvPr>
        </p:nvSpPr>
        <p:spPr>
          <a:xfrm>
            <a:off x="1340810" y="1203960"/>
            <a:ext cx="5842310" cy="4450080"/>
          </a:xfrm>
          <a:prstGeom prst="roundRect">
            <a:avLst>
              <a:gd name="adj" fmla="val 4942"/>
            </a:avLst>
          </a:prstGeom>
          <a:pattFill prst="pct10">
            <a:fgClr>
              <a:schemeClr val="bg1">
                <a:lumMod val="75000"/>
              </a:schemeClr>
            </a:fgClr>
            <a:bgClr>
              <a:schemeClr val="bg1">
                <a:lumMod val="95000"/>
              </a:schemeClr>
            </a:bgClr>
          </a:pattFill>
        </p:spPr>
        <p:txBody>
          <a:bodyPr anchor="b"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5" name="TextBox 2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7" name="그래픽 2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1383535" y="6183312"/>
            <a:ext cx="406400" cy="406400"/>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H="1" flipV="1">
            <a:off x="10363200" y="5029200"/>
            <a:ext cx="1828800" cy="1828800"/>
          </a:xfrm>
          <a:prstGeom prst="rect">
            <a:avLst/>
          </a:prstGeom>
        </p:spPr>
      </p:pic>
      <p:pic>
        <p:nvPicPr>
          <p:cNvPr id="29" name="그래픽 2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18496" y="4530725"/>
            <a:ext cx="1143000" cy="1143000"/>
          </a:xfrm>
          <a:prstGeom prst="rect">
            <a:avLst/>
          </a:prstGeom>
        </p:spPr>
      </p:pic>
      <p:pic>
        <p:nvPicPr>
          <p:cNvPr id="30" name="그래픽 2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5400000" flipH="1">
            <a:off x="10996185" y="766763"/>
            <a:ext cx="885825" cy="295275"/>
          </a:xfrm>
          <a:prstGeom prst="rect">
            <a:avLst/>
          </a:prstGeom>
        </p:spPr>
      </p:pic>
      <p:pic>
        <p:nvPicPr>
          <p:cNvPr id="31" name="그래픽 3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flipH="1" flipV="1">
            <a:off x="1274746" y="5256212"/>
            <a:ext cx="342900" cy="2009775"/>
          </a:xfrm>
          <a:prstGeom prst="rect">
            <a:avLst/>
          </a:prstGeom>
        </p:spPr>
      </p:pic>
      <p:pic>
        <p:nvPicPr>
          <p:cNvPr id="32" name="그래픽 31"/>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H="1" flipV="1">
            <a:off x="0" y="0"/>
            <a:ext cx="1828800" cy="1828800"/>
          </a:xfrm>
          <a:prstGeom prst="rect">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8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7" name="그래픽 2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71223" y="495301"/>
            <a:ext cx="406400" cy="406400"/>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0" y="0"/>
            <a:ext cx="3657600" cy="1828800"/>
          </a:xfrm>
          <a:prstGeom prst="rect">
            <a:avLst/>
          </a:prstGeom>
        </p:spPr>
      </p:pic>
      <p:pic>
        <p:nvPicPr>
          <p:cNvPr id="29" name="그래픽 2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0597949" y="4840685"/>
            <a:ext cx="1143000" cy="1143000"/>
          </a:xfrm>
          <a:prstGeom prst="rect">
            <a:avLst/>
          </a:prstGeom>
        </p:spPr>
      </p:pic>
      <p:pic>
        <p:nvPicPr>
          <p:cNvPr id="30" name="그래픽 2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555086" y="6131719"/>
            <a:ext cx="885825" cy="295275"/>
          </a:xfrm>
          <a:prstGeom prst="rect">
            <a:avLst/>
          </a:prstGeom>
        </p:spPr>
      </p:pic>
      <p:pic>
        <p:nvPicPr>
          <p:cNvPr id="31" name="그래픽 30"/>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8534400" y="5029200"/>
            <a:ext cx="3657600" cy="1828800"/>
          </a:xfrm>
          <a:prstGeom prst="rect">
            <a:avLst/>
          </a:prstGeom>
        </p:spPr>
      </p:pic>
      <p:pic>
        <p:nvPicPr>
          <p:cNvPr id="32" name="그래픽 31"/>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291444" y="4384674"/>
            <a:ext cx="342900" cy="2009775"/>
          </a:xfrm>
          <a:prstGeom prst="rect">
            <a:avLst/>
          </a:prstGeom>
        </p:spPr>
      </p:pic>
      <p:pic>
        <p:nvPicPr>
          <p:cNvPr id="33" name="그래픽 32"/>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10997999" y="463551"/>
            <a:ext cx="342900" cy="2009775"/>
          </a:xfrm>
          <a:prstGeom prst="rect">
            <a:avLst/>
          </a:prstGeom>
        </p:spPr>
      </p:pic>
      <p:sp>
        <p:nvSpPr>
          <p:cNvPr id="14" name="그림 개체 틀 8"/>
          <p:cNvSpPr>
            <a:spLocks noGrp="1"/>
          </p:cNvSpPr>
          <p:nvPr>
            <p:ph type="pic" sz="quarter" idx="10"/>
          </p:nvPr>
        </p:nvSpPr>
        <p:spPr>
          <a:xfrm>
            <a:off x="4351001" y="1092200"/>
            <a:ext cx="6452466" cy="4267200"/>
          </a:xfrm>
          <a:prstGeom prst="roundRect">
            <a:avLst>
              <a:gd name="adj" fmla="val 2113"/>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PTMON slide">
    <p:spTree>
      <p:nvGrpSpPr>
        <p:cNvPr id="1" name=""/>
        <p:cNvGrpSpPr/>
        <p:nvPr/>
      </p:nvGrpSpPr>
      <p:grpSpPr>
        <a:xfrm>
          <a:off x="0" y="0"/>
          <a:ext cx="0" cy="0"/>
          <a:chOff x="0" y="0"/>
          <a:chExt cx="0" cy="0"/>
        </a:xfrm>
      </p:grpSpPr>
      <p:pic>
        <p:nvPicPr>
          <p:cNvPr id="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7" name="TextBox 6">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PTMON custom">
    <p:bg>
      <p:bgPr>
        <a:solidFill>
          <a:schemeClr val="bg1"/>
        </a:solidFill>
        <a:effectLst/>
      </p:bgPr>
    </p:bg>
    <p:spTree>
      <p:nvGrpSpPr>
        <p:cNvPr id="1" name=""/>
        <p:cNvGrpSpPr/>
        <p:nvPr/>
      </p:nvGrpSpPr>
      <p:grpSpPr>
        <a:xfrm>
          <a:off x="0" y="0"/>
          <a:ext cx="0" cy="0"/>
          <a:chOff x="0" y="0"/>
          <a:chExt cx="0" cy="0"/>
        </a:xfrm>
      </p:grpSpPr>
      <p:pic>
        <p:nvPicPr>
          <p:cNvPr id="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5" name="TextBox 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PTMON title">
    <p:spTree>
      <p:nvGrpSpPr>
        <p:cNvPr id="1" name=""/>
        <p:cNvGrpSpPr/>
        <p:nvPr/>
      </p:nvGrpSpPr>
      <p:grpSpPr>
        <a:xfrm>
          <a:off x="0" y="0"/>
          <a:ext cx="0" cy="0"/>
          <a:chOff x="0" y="0"/>
          <a:chExt cx="0" cy="0"/>
        </a:xfrm>
      </p:grpSpPr>
      <p:pic>
        <p:nvPicPr>
          <p:cNvPr id="19"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1" name="TextBox 20">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3" name="그래픽 2"/>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435922" y="5995988"/>
            <a:ext cx="406400" cy="406400"/>
          </a:xfrm>
          <a:prstGeom prst="rect">
            <a:avLst/>
          </a:prstGeom>
        </p:spPr>
      </p:pic>
      <p:pic>
        <p:nvPicPr>
          <p:cNvPr id="4" name="그래픽 3"/>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a:off x="10363200" y="1600200"/>
            <a:ext cx="1828800" cy="3657600"/>
          </a:xfrm>
          <a:prstGeom prst="rect">
            <a:avLst/>
          </a:prstGeom>
        </p:spPr>
      </p:pic>
      <p:pic>
        <p:nvPicPr>
          <p:cNvPr id="5" name="그래픽 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898953" y="5259388"/>
            <a:ext cx="1143000" cy="1143000"/>
          </a:xfrm>
          <a:prstGeom prst="rect">
            <a:avLst/>
          </a:prstGeom>
        </p:spPr>
      </p:pic>
      <p:pic>
        <p:nvPicPr>
          <p:cNvPr id="6" name="그래픽 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584628" y="596983"/>
            <a:ext cx="885825" cy="295275"/>
          </a:xfrm>
          <a:prstGeom prst="rect">
            <a:avLst/>
          </a:prstGeom>
        </p:spPr>
      </p:pic>
      <p:pic>
        <p:nvPicPr>
          <p:cNvPr id="8" name="그래픽 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435922" y="455612"/>
            <a:ext cx="342900" cy="2009775"/>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a:off x="0" y="1600200"/>
            <a:ext cx="1828800" cy="3657600"/>
          </a:xfrm>
          <a:prstGeom prst="rect">
            <a:avLst/>
          </a:prstGeom>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PPTMON titl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02065" y="268288"/>
            <a:ext cx="406400" cy="406400"/>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a:off x="0" y="0"/>
            <a:ext cx="1828800" cy="1828800"/>
          </a:xfrm>
          <a:prstGeom prst="rect">
            <a:avLst/>
          </a:prstGeom>
        </p:spPr>
      </p:pic>
      <p:pic>
        <p:nvPicPr>
          <p:cNvPr id="21" name="그래픽 20"/>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930504" y="1184275"/>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309990" y="5795962"/>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a:off x="10574354" y="-407987"/>
            <a:ext cx="342900" cy="2009775"/>
          </a:xfrm>
          <a:prstGeom prst="rect">
            <a:avLst/>
          </a:prstGeom>
        </p:spPr>
      </p:pic>
      <p:pic>
        <p:nvPicPr>
          <p:cNvPr id="29" name="그래픽 28"/>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a:off x="10363200" y="5029200"/>
            <a:ext cx="1828800" cy="1828800"/>
          </a:xfrm>
          <a:prstGeom prst="rect">
            <a:avLst/>
          </a:prstGeom>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_PPTMON titl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5" name="TextBox 1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334549" y="5956299"/>
            <a:ext cx="406400" cy="406400"/>
          </a:xfrm>
          <a:prstGeom prst="rect">
            <a:avLst/>
          </a:prstGeom>
        </p:spPr>
      </p:pic>
      <p:pic>
        <p:nvPicPr>
          <p:cNvPr id="19" name="그래픽 18"/>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4267200" y="5029200"/>
            <a:ext cx="3657600" cy="1828800"/>
          </a:xfrm>
          <a:prstGeom prst="rect">
            <a:avLst/>
          </a:prstGeom>
        </p:spPr>
      </p:pic>
      <p:pic>
        <p:nvPicPr>
          <p:cNvPr id="20" name="그래픽 19"/>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71223" y="874315"/>
            <a:ext cx="1143000" cy="1143000"/>
          </a:xfrm>
          <a:prstGeom prst="rect">
            <a:avLst/>
          </a:prstGeom>
        </p:spPr>
      </p:pic>
      <p:pic>
        <p:nvPicPr>
          <p:cNvPr id="21" name="그래픽 20"/>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71261" y="431006"/>
            <a:ext cx="885825" cy="295275"/>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4267200" y="0"/>
            <a:ext cx="3657600" cy="1828800"/>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277828" y="463551"/>
            <a:ext cx="342900" cy="20097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571273" y="4384674"/>
            <a:ext cx="342900" cy="2009775"/>
          </a:xfrm>
          <a:prstGeom prst="rect">
            <a:avLst/>
          </a:prstGeom>
        </p:spPr>
      </p:pic>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3_PPTMON titl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498247" y="354012"/>
            <a:ext cx="406400" cy="406400"/>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a:off x="8534400" y="0"/>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815622" y="6208713"/>
            <a:ext cx="885825" cy="295275"/>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90553" y="404812"/>
            <a:ext cx="342900" cy="20097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a:off x="0" y="5029199"/>
            <a:ext cx="3657600" cy="1828800"/>
          </a:xfrm>
          <a:prstGeom prst="rect">
            <a:avLst/>
          </a:prstGeom>
        </p:spPr>
      </p:pic>
      <p:pic>
        <p:nvPicPr>
          <p:cNvPr id="21" name="그래픽 2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727304" y="1065213"/>
            <a:ext cx="1143000" cy="1143000"/>
          </a:xfrm>
          <a:prstGeom prst="rect">
            <a:avLst/>
          </a:prstGeom>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PPTMON slide">
    <p:spTree>
      <p:nvGrpSpPr>
        <p:cNvPr id="1" name=""/>
        <p:cNvGrpSpPr/>
        <p:nvPr/>
      </p:nvGrpSpPr>
      <p:grpSpPr>
        <a:xfrm>
          <a:off x="0" y="0"/>
          <a:ext cx="0" cy="0"/>
          <a:chOff x="0" y="0"/>
          <a:chExt cx="0" cy="0"/>
        </a:xfrm>
      </p:grpSpPr>
      <p:sp>
        <p:nvSpPr>
          <p:cNvPr id="65" name="그림 개체 틀 4"/>
          <p:cNvSpPr>
            <a:spLocks noGrp="1"/>
          </p:cNvSpPr>
          <p:nvPr>
            <p:ph type="pic" sz="quarter" idx="10"/>
          </p:nvPr>
        </p:nvSpPr>
        <p:spPr>
          <a:xfrm>
            <a:off x="3570514" y="0"/>
            <a:ext cx="8621486" cy="1712973"/>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2000" b="0"/>
            </a:lvl1pPr>
          </a:lstStyle>
          <a:p>
            <a:r>
              <a:rPr lang="en-US" altLang="ko-KR" dirty="0"/>
              <a:t>Click icon to add picture</a:t>
            </a:r>
            <a:endParaRPr lang="ko-KR" altLang="en-US" dirty="0"/>
          </a:p>
        </p:txBody>
      </p:sp>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7" name="그래픽 1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49247" y="5945187"/>
            <a:ext cx="406400" cy="406400"/>
          </a:xfrm>
          <a:prstGeom prst="rect">
            <a:avLst/>
          </a:prstGeom>
        </p:spPr>
      </p:pic>
      <p:pic>
        <p:nvPicPr>
          <p:cNvPr id="18" name="그래픽 1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0" y="0"/>
            <a:ext cx="3570514" cy="1785257"/>
          </a:xfrm>
          <a:prstGeom prst="rect">
            <a:avLst/>
          </a:prstGeom>
        </p:spPr>
      </p:pic>
      <p:pic>
        <p:nvPicPr>
          <p:cNvPr id="19" name="그래픽 1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1081657" y="2116221"/>
            <a:ext cx="1143000" cy="1143000"/>
          </a:xfrm>
          <a:prstGeom prst="rect">
            <a:avLst/>
          </a:prstGeom>
        </p:spPr>
      </p:pic>
      <p:pic>
        <p:nvPicPr>
          <p:cNvPr id="20" name="그래픽 1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56520" y="1562183"/>
            <a:ext cx="885825" cy="295275"/>
          </a:xfrm>
          <a:prstGeom prst="rect">
            <a:avLst/>
          </a:prstGeom>
        </p:spPr>
      </p:pic>
      <p:pic>
        <p:nvPicPr>
          <p:cNvPr id="21" name="그래픽 2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399853" y="4341812"/>
            <a:ext cx="342900" cy="2009775"/>
          </a:xfrm>
          <a:prstGeom prst="rect">
            <a:avLst/>
          </a:prstGeom>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2_PPTMON slide">
    <p:spTree>
      <p:nvGrpSpPr>
        <p:cNvPr id="1" name=""/>
        <p:cNvGrpSpPr/>
        <p:nvPr/>
      </p:nvGrpSpPr>
      <p:grpSpPr>
        <a:xfrm>
          <a:off x="0" y="0"/>
          <a:ext cx="0" cy="0"/>
          <a:chOff x="0" y="0"/>
          <a:chExt cx="0" cy="0"/>
        </a:xfrm>
      </p:grpSpPr>
      <p:sp>
        <p:nvSpPr>
          <p:cNvPr id="30" name="그림 개체 틀 4"/>
          <p:cNvSpPr>
            <a:spLocks noGrp="1"/>
          </p:cNvSpPr>
          <p:nvPr>
            <p:ph type="pic" sz="quarter" idx="10"/>
          </p:nvPr>
        </p:nvSpPr>
        <p:spPr>
          <a:xfrm>
            <a:off x="3570514" y="0"/>
            <a:ext cx="8621486" cy="1712973"/>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2000"/>
            </a:lvl1pPr>
          </a:lstStyle>
          <a:p>
            <a:r>
              <a:rPr lang="en-US" altLang="ko-KR" dirty="0"/>
              <a:t>Click icon to add picture</a:t>
            </a:r>
            <a:endParaRPr lang="ko-KR" altLang="en-US" dirty="0"/>
          </a:p>
        </p:txBody>
      </p:sp>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7" name="그래픽 1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11369010" y="5945187"/>
            <a:ext cx="406400" cy="406400"/>
          </a:xfrm>
          <a:prstGeom prst="rect">
            <a:avLst/>
          </a:prstGeom>
        </p:spPr>
      </p:pic>
      <p:pic>
        <p:nvPicPr>
          <p:cNvPr id="18" name="그래픽 1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0" y="0"/>
            <a:ext cx="3570514" cy="1785257"/>
          </a:xfrm>
          <a:prstGeom prst="rect">
            <a:avLst/>
          </a:prstGeom>
        </p:spPr>
      </p:pic>
      <p:pic>
        <p:nvPicPr>
          <p:cNvPr id="21" name="그래픽 20"/>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0" y="2116221"/>
            <a:ext cx="1143000" cy="1143000"/>
          </a:xfrm>
          <a:prstGeom prst="rect">
            <a:avLst/>
          </a:prstGeom>
        </p:spPr>
      </p:pic>
      <p:pic>
        <p:nvPicPr>
          <p:cNvPr id="22" name="그래픽 21"/>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2228169" y="114383"/>
            <a:ext cx="885825" cy="295275"/>
          </a:xfrm>
          <a:prstGeom prst="rect">
            <a:avLst/>
          </a:prstGeom>
        </p:spPr>
      </p:pic>
      <p:pic>
        <p:nvPicPr>
          <p:cNvPr id="23" name="그래픽 22"/>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481904" y="4341812"/>
            <a:ext cx="342900" cy="2009775"/>
          </a:xfrm>
          <a:prstGeom prst="rect">
            <a:avLst/>
          </a:prstGeom>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_PPTMON slide">
    <p:spTree>
      <p:nvGrpSpPr>
        <p:cNvPr id="1" name=""/>
        <p:cNvGrpSpPr/>
        <p:nvPr/>
      </p:nvGrpSpPr>
      <p:grpSpPr>
        <a:xfrm>
          <a:off x="0" y="0"/>
          <a:ext cx="0" cy="0"/>
          <a:chOff x="0" y="0"/>
          <a:chExt cx="0" cy="0"/>
        </a:xfrm>
      </p:grpSpPr>
      <p:pic>
        <p:nvPicPr>
          <p:cNvPr id="17"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387704" y="6152162"/>
            <a:ext cx="406400" cy="406400"/>
          </a:xfrm>
          <a:prstGeom prst="rect">
            <a:avLst/>
          </a:prstGeom>
        </p:spPr>
      </p:pic>
      <p:pic>
        <p:nvPicPr>
          <p:cNvPr id="21" name="그래픽 20"/>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8534400" y="0"/>
            <a:ext cx="3657600" cy="3657600"/>
          </a:xfrm>
          <a:prstGeom prst="rect">
            <a:avLst/>
          </a:prstGeom>
        </p:spPr>
      </p:pic>
      <p:pic>
        <p:nvPicPr>
          <p:cNvPr id="23" name="그래픽 22"/>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816204" y="4778974"/>
            <a:ext cx="1143000" cy="1143000"/>
          </a:xfrm>
          <a:prstGeom prst="rect">
            <a:avLst/>
          </a:prstGeom>
        </p:spPr>
      </p:pic>
      <p:pic>
        <p:nvPicPr>
          <p:cNvPr id="24" name="그래픽 23"/>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248347" y="769421"/>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a:off x="1231334" y="5350475"/>
            <a:ext cx="342900" cy="2009775"/>
          </a:xfrm>
          <a:prstGeom prst="rect">
            <a:avLst/>
          </a:prstGeom>
        </p:spPr>
      </p:pic>
      <p:sp>
        <p:nvSpPr>
          <p:cNvPr id="30" name="그림 개체 틀 2"/>
          <p:cNvSpPr>
            <a:spLocks noGrp="1"/>
          </p:cNvSpPr>
          <p:nvPr userDrawn="1">
            <p:ph type="pic" sz="quarter" idx="14"/>
          </p:nvPr>
        </p:nvSpPr>
        <p:spPr>
          <a:xfrm>
            <a:off x="7125607" y="1507525"/>
            <a:ext cx="3840758" cy="3842950"/>
          </a:xfrm>
          <a:prstGeom prst="ellipse">
            <a:avLst/>
          </a:prstGeom>
          <a:pattFill prst="pct10">
            <a:fgClr>
              <a:schemeClr val="bg1">
                <a:lumMod val="75000"/>
              </a:schemeClr>
            </a:fgClr>
            <a:bgClr>
              <a:schemeClr val="bg1">
                <a:lumMod val="95000"/>
              </a:schemeClr>
            </a:bgClr>
          </a:pattFill>
        </p:spPr>
        <p:txBody>
          <a:bodyPr tIns="720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1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4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349678" y="5995988"/>
            <a:ext cx="406400" cy="406400"/>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a:off x="0" y="1600200"/>
            <a:ext cx="1828800" cy="3657600"/>
          </a:xfrm>
          <a:prstGeom prst="rect">
            <a:avLst/>
          </a:prstGeom>
        </p:spPr>
      </p:pic>
      <p:pic>
        <p:nvPicPr>
          <p:cNvPr id="24" name="그래픽 23"/>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0150047" y="5259388"/>
            <a:ext cx="1143000" cy="1143000"/>
          </a:xfrm>
          <a:prstGeom prst="rect">
            <a:avLst/>
          </a:prstGeom>
        </p:spPr>
      </p:pic>
      <p:pic>
        <p:nvPicPr>
          <p:cNvPr id="25" name="그래픽 24"/>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721547" y="596983"/>
            <a:ext cx="885825" cy="295275"/>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413178" y="455612"/>
            <a:ext cx="342900" cy="2009775"/>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a:off x="10363200" y="1600200"/>
            <a:ext cx="1828800" cy="3657600"/>
          </a:xfrm>
          <a:prstGeom prst="rect">
            <a:avLst/>
          </a:prstGeom>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5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11383535" y="268288"/>
            <a:ext cx="406400" cy="406400"/>
          </a:xfrm>
          <a:prstGeom prst="rect">
            <a:avLst/>
          </a:prstGeom>
        </p:spPr>
      </p:pic>
      <p:pic>
        <p:nvPicPr>
          <p:cNvPr id="22" name="그래픽 21"/>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H="1">
            <a:off x="10363200" y="0"/>
            <a:ext cx="1828800" cy="1828800"/>
          </a:xfrm>
          <a:prstGeom prst="rect">
            <a:avLst/>
          </a:prstGeom>
        </p:spPr>
      </p:pic>
      <p:pic>
        <p:nvPicPr>
          <p:cNvPr id="23" name="그래픽 22"/>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18496" y="1184275"/>
            <a:ext cx="1143000" cy="1143000"/>
          </a:xfrm>
          <a:prstGeom prst="rect">
            <a:avLst/>
          </a:prstGeom>
        </p:spPr>
      </p:pic>
      <p:pic>
        <p:nvPicPr>
          <p:cNvPr id="24" name="그래픽 23"/>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5400000" flipH="1">
            <a:off x="10996185" y="5795962"/>
            <a:ext cx="885825" cy="295275"/>
          </a:xfrm>
          <a:prstGeom prst="rect">
            <a:avLst/>
          </a:prstGeom>
        </p:spPr>
      </p:pic>
      <p:pic>
        <p:nvPicPr>
          <p:cNvPr id="25" name="그래픽 24"/>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16200000" flipH="1">
            <a:off x="1274746" y="-407987"/>
            <a:ext cx="342900" cy="2009775"/>
          </a:xfrm>
          <a:prstGeom prst="rect">
            <a:avLst/>
          </a:prstGeom>
        </p:spPr>
      </p:pic>
      <p:pic>
        <p:nvPicPr>
          <p:cNvPr id="26" name="그래픽 25"/>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H="1">
            <a:off x="0" y="5029200"/>
            <a:ext cx="1828800" cy="1828800"/>
          </a:xfrm>
          <a:prstGeom prst="rect">
            <a:avLst/>
          </a:prstGeom>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6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5" name="TextBox 1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431144" y="6102349"/>
            <a:ext cx="406400" cy="406400"/>
          </a:xfrm>
          <a:prstGeom prst="rect">
            <a:avLst/>
          </a:prstGeom>
        </p:spPr>
      </p:pic>
      <p:pic>
        <p:nvPicPr>
          <p:cNvPr id="17" name="그래픽 1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3987372" y="5029200"/>
            <a:ext cx="3657600" cy="1828800"/>
          </a:xfrm>
          <a:prstGeom prst="rect">
            <a:avLst/>
          </a:prstGeom>
        </p:spPr>
      </p:pic>
      <p:pic>
        <p:nvPicPr>
          <p:cNvPr id="19" name="그래픽 1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0597949" y="874315"/>
            <a:ext cx="1143000" cy="1143000"/>
          </a:xfrm>
          <a:prstGeom prst="rect">
            <a:avLst/>
          </a:prstGeom>
        </p:spPr>
      </p:pic>
      <p:pic>
        <p:nvPicPr>
          <p:cNvPr id="22" name="그래픽 21"/>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555086" y="431006"/>
            <a:ext cx="885825" cy="295275"/>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3987372" y="0"/>
            <a:ext cx="3657600" cy="1828800"/>
          </a:xfrm>
          <a:prstGeom prst="rect">
            <a:avLst/>
          </a:prstGeom>
        </p:spPr>
      </p:pic>
      <p:pic>
        <p:nvPicPr>
          <p:cNvPr id="24" name="그래픽 23"/>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291444" y="463551"/>
            <a:ext cx="342900" cy="2009775"/>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10997999" y="4384674"/>
            <a:ext cx="342900" cy="2009775"/>
          </a:xfrm>
          <a:prstGeom prst="rect">
            <a:avLst/>
          </a:prstGeom>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7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287353" y="354012"/>
            <a:ext cx="406400" cy="406400"/>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flipH="1">
            <a:off x="0" y="0"/>
            <a:ext cx="3657600" cy="1828800"/>
          </a:xfrm>
          <a:prstGeom prst="rect">
            <a:avLst/>
          </a:prstGeom>
        </p:spPr>
      </p:pic>
      <p:pic>
        <p:nvPicPr>
          <p:cNvPr id="24" name="그래픽 23"/>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490553" y="6208713"/>
            <a:ext cx="885825" cy="295275"/>
          </a:xfrm>
          <a:prstGeom prst="rect">
            <a:avLst/>
          </a:prstGeom>
        </p:spPr>
      </p:pic>
      <p:pic>
        <p:nvPicPr>
          <p:cNvPr id="25" name="그래픽 24"/>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1358547" y="404812"/>
            <a:ext cx="342900" cy="2009775"/>
          </a:xfrm>
          <a:prstGeom prst="rect">
            <a:avLst/>
          </a:prstGeom>
        </p:spPr>
      </p:pic>
      <p:pic>
        <p:nvPicPr>
          <p:cNvPr id="26" name="그래픽 25"/>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flipH="1">
            <a:off x="8534400" y="5029199"/>
            <a:ext cx="3657600" cy="1828800"/>
          </a:xfrm>
          <a:prstGeom prst="rect">
            <a:avLst/>
          </a:prstGeom>
        </p:spPr>
      </p:pic>
      <p:pic>
        <p:nvPicPr>
          <p:cNvPr id="27" name="그래픽 26"/>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321696" y="1065213"/>
            <a:ext cx="1143000" cy="1143000"/>
          </a:xfrm>
          <a:prstGeom prst="rect">
            <a:avLst/>
          </a:prstGeom>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8_PPTMON slide">
    <p:spTree>
      <p:nvGrpSpPr>
        <p:cNvPr id="1" name=""/>
        <p:cNvGrpSpPr/>
        <p:nvPr/>
      </p:nvGrpSpPr>
      <p:grpSpPr>
        <a:xfrm>
          <a:off x="0" y="0"/>
          <a:ext cx="0" cy="0"/>
          <a:chOff x="0" y="0"/>
          <a:chExt cx="0" cy="0"/>
        </a:xfrm>
      </p:grpSpPr>
      <p:sp>
        <p:nvSpPr>
          <p:cNvPr id="31" name="그림 개체 틀 4"/>
          <p:cNvSpPr>
            <a:spLocks noGrp="1"/>
          </p:cNvSpPr>
          <p:nvPr>
            <p:ph type="pic" sz="quarter" idx="10"/>
          </p:nvPr>
        </p:nvSpPr>
        <p:spPr>
          <a:xfrm>
            <a:off x="1008357" y="1933576"/>
            <a:ext cx="4857162" cy="2247122"/>
          </a:xfrm>
          <a:prstGeom prst="rect">
            <a:avLst/>
          </a:prstGeom>
          <a:pattFill prst="pct10">
            <a:fgClr>
              <a:schemeClr val="bg1">
                <a:lumMod val="75000"/>
              </a:schemeClr>
            </a:fgClr>
            <a:bgClr>
              <a:schemeClr val="bg1">
                <a:lumMod val="95000"/>
              </a:schemeClr>
            </a:bgClr>
          </a:pattFill>
        </p:spPr>
        <p:txBody>
          <a:bodyPr bIns="432000" anchor="b"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
        <p:nvSpPr>
          <p:cNvPr id="32" name="그림 개체 틀 4"/>
          <p:cNvSpPr>
            <a:spLocks noGrp="1"/>
          </p:cNvSpPr>
          <p:nvPr>
            <p:ph type="pic" sz="quarter" idx="11"/>
          </p:nvPr>
        </p:nvSpPr>
        <p:spPr>
          <a:xfrm>
            <a:off x="6326483" y="1933576"/>
            <a:ext cx="4857162" cy="2247122"/>
          </a:xfrm>
          <a:prstGeom prst="rect">
            <a:avLst/>
          </a:prstGeom>
          <a:pattFill prst="pct10">
            <a:fgClr>
              <a:schemeClr val="bg1">
                <a:lumMod val="75000"/>
              </a:schemeClr>
            </a:fgClr>
            <a:bgClr>
              <a:schemeClr val="bg1">
                <a:lumMod val="95000"/>
              </a:schemeClr>
            </a:bgClr>
          </a:pattFill>
        </p:spPr>
        <p:txBody>
          <a:bodyPr bIns="432000" anchor="b"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pic>
        <p:nvPicPr>
          <p:cNvPr id="20"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4" name="TextBox 2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6" name="그래픽 2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449247" y="506413"/>
            <a:ext cx="406400" cy="406400"/>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0" y="5072743"/>
            <a:ext cx="3570514" cy="1785257"/>
          </a:xfrm>
          <a:prstGeom prst="rect">
            <a:avLst/>
          </a:prstGeom>
        </p:spPr>
      </p:pic>
      <p:pic>
        <p:nvPicPr>
          <p:cNvPr id="28" name="그래픽 2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1081657" y="3598779"/>
            <a:ext cx="1143000" cy="1143000"/>
          </a:xfrm>
          <a:prstGeom prst="rect">
            <a:avLst/>
          </a:prstGeom>
        </p:spPr>
      </p:pic>
      <p:pic>
        <p:nvPicPr>
          <p:cNvPr id="29" name="그래픽 2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49247" y="6203949"/>
            <a:ext cx="885825" cy="2952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399853" y="506413"/>
            <a:ext cx="342900" cy="2009775"/>
          </a:xfrm>
          <a:prstGeom prst="rect">
            <a:avLst/>
          </a:prstGeom>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9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397896" y="6152162"/>
            <a:ext cx="406400" cy="406400"/>
          </a:xfrm>
          <a:prstGeom prst="rect">
            <a:avLst/>
          </a:prstGeom>
        </p:spPr>
      </p:pic>
      <p:pic>
        <p:nvPicPr>
          <p:cNvPr id="22" name="그래픽 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flipH="1">
            <a:off x="0" y="0"/>
            <a:ext cx="3657600" cy="3657600"/>
          </a:xfrm>
          <a:prstGeom prst="rect">
            <a:avLst/>
          </a:prstGeom>
        </p:spPr>
      </p:pic>
      <p:pic>
        <p:nvPicPr>
          <p:cNvPr id="25" name="그래픽 2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232796" y="4778974"/>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791128" y="515421"/>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11358547" y="4345587"/>
            <a:ext cx="342900" cy="2009775"/>
          </a:xfrm>
          <a:prstGeom prst="rect">
            <a:avLst/>
          </a:prstGeom>
        </p:spPr>
      </p:pic>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0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4" name="TextBox 1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435922" y="455612"/>
            <a:ext cx="406400" cy="406400"/>
          </a:xfrm>
          <a:prstGeom prst="rect">
            <a:avLst/>
          </a:prstGeom>
        </p:spPr>
      </p:pic>
      <p:pic>
        <p:nvPicPr>
          <p:cNvPr id="17" name="그래픽 1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V="1">
            <a:off x="10363200" y="1600200"/>
            <a:ext cx="1828800" cy="3657600"/>
          </a:xfrm>
          <a:prstGeom prst="rect">
            <a:avLst/>
          </a:prstGeom>
        </p:spPr>
      </p:pic>
      <p:pic>
        <p:nvPicPr>
          <p:cNvPr id="18" name="그래픽 1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898953" y="455612"/>
            <a:ext cx="1143000" cy="1143000"/>
          </a:xfrm>
          <a:prstGeom prst="rect">
            <a:avLst/>
          </a:prstGeom>
        </p:spPr>
      </p:pic>
      <p:pic>
        <p:nvPicPr>
          <p:cNvPr id="19" name="그래픽 1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584628" y="5965742"/>
            <a:ext cx="885825" cy="295275"/>
          </a:xfrm>
          <a:prstGeom prst="rect">
            <a:avLst/>
          </a:prstGeom>
        </p:spPr>
      </p:pic>
      <p:pic>
        <p:nvPicPr>
          <p:cNvPr id="20" name="그래픽 1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435922" y="4392613"/>
            <a:ext cx="342900" cy="2009775"/>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flipV="1">
            <a:off x="0" y="1600200"/>
            <a:ext cx="1828800" cy="3657600"/>
          </a:xfrm>
          <a:prstGeom prst="rect">
            <a:avLst/>
          </a:prstGeom>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1_PPTMON slide">
    <p:spTree>
      <p:nvGrpSpPr>
        <p:cNvPr id="1" name=""/>
        <p:cNvGrpSpPr/>
        <p:nvPr/>
      </p:nvGrpSpPr>
      <p:grpSpPr>
        <a:xfrm>
          <a:off x="0" y="0"/>
          <a:ext cx="0" cy="0"/>
          <a:chOff x="0" y="0"/>
          <a:chExt cx="0" cy="0"/>
        </a:xfrm>
      </p:grpSpPr>
      <p:pic>
        <p:nvPicPr>
          <p:cNvPr id="10"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3" name="TextBox 12">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5" name="그래픽 14"/>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402065" y="6183312"/>
            <a:ext cx="406400" cy="406400"/>
          </a:xfrm>
          <a:prstGeom prst="rect">
            <a:avLst/>
          </a:prstGeom>
        </p:spPr>
      </p:pic>
      <p:pic>
        <p:nvPicPr>
          <p:cNvPr id="16" name="그래픽 15"/>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V="1">
            <a:off x="0" y="5029200"/>
            <a:ext cx="1828800" cy="1828800"/>
          </a:xfrm>
          <a:prstGeom prst="rect">
            <a:avLst/>
          </a:prstGeom>
        </p:spPr>
      </p:pic>
      <p:pic>
        <p:nvPicPr>
          <p:cNvPr id="17" name="그래픽 16"/>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0930504" y="4530725"/>
            <a:ext cx="1143000" cy="1143000"/>
          </a:xfrm>
          <a:prstGeom prst="rect">
            <a:avLst/>
          </a:prstGeom>
        </p:spPr>
      </p:pic>
      <p:pic>
        <p:nvPicPr>
          <p:cNvPr id="18" name="그래픽 17"/>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309990" y="766763"/>
            <a:ext cx="885825" cy="295275"/>
          </a:xfrm>
          <a:prstGeom prst="rect">
            <a:avLst/>
          </a:prstGeom>
        </p:spPr>
      </p:pic>
      <p:pic>
        <p:nvPicPr>
          <p:cNvPr id="19" name="그래픽 1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16200000" flipV="1">
            <a:off x="10574354" y="5256212"/>
            <a:ext cx="342900" cy="2009775"/>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V="1">
            <a:off x="10363200" y="0"/>
            <a:ext cx="1828800" cy="1828800"/>
          </a:xfrm>
          <a:prstGeom prst="rect">
            <a:avLst/>
          </a:prstGeom>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12_PPTMON slide">
    <p:spTree>
      <p:nvGrpSpPr>
        <p:cNvPr id="1" name=""/>
        <p:cNvGrpSpPr/>
        <p:nvPr/>
      </p:nvGrpSpPr>
      <p:grpSpPr>
        <a:xfrm>
          <a:off x="0" y="0"/>
          <a:ext cx="0" cy="0"/>
          <a:chOff x="0" y="0"/>
          <a:chExt cx="0" cy="0"/>
        </a:xfrm>
      </p:grpSpPr>
      <p:pic>
        <p:nvPicPr>
          <p:cNvPr id="21"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2" name="TextBox 21">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4" name="그래픽 23"/>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334549" y="2412121"/>
            <a:ext cx="406400" cy="406400"/>
          </a:xfrm>
          <a:prstGeom prst="rect">
            <a:avLst/>
          </a:prstGeom>
        </p:spPr>
      </p:pic>
      <p:pic>
        <p:nvPicPr>
          <p:cNvPr id="25" name="그래픽 24"/>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0" y="1916820"/>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71223" y="4840685"/>
            <a:ext cx="1143000" cy="1143000"/>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71261" y="6131719"/>
            <a:ext cx="885825" cy="2952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8534400" y="5029200"/>
            <a:ext cx="3657600" cy="1828800"/>
          </a:xfrm>
          <a:prstGeom prst="rect">
            <a:avLst/>
          </a:prstGeom>
        </p:spPr>
      </p:pic>
      <p:pic>
        <p:nvPicPr>
          <p:cNvPr id="29" name="그래픽 2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277828" y="4384674"/>
            <a:ext cx="342900" cy="20097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571273" y="2380371"/>
            <a:ext cx="342900" cy="2009775"/>
          </a:xfrm>
          <a:prstGeom prst="rect">
            <a:avLst/>
          </a:prstGeom>
        </p:spPr>
      </p:pic>
      <p:sp>
        <p:nvSpPr>
          <p:cNvPr id="10" name="그림 개체 틀 2"/>
          <p:cNvSpPr>
            <a:spLocks noGrp="1"/>
          </p:cNvSpPr>
          <p:nvPr>
            <p:ph type="pic" sz="quarter" idx="11"/>
          </p:nvPr>
        </p:nvSpPr>
        <p:spPr>
          <a:xfrm>
            <a:off x="0" y="0"/>
            <a:ext cx="12192000" cy="1901371"/>
          </a:xfrm>
          <a:prstGeom prst="rect">
            <a:avLst/>
          </a:prstGeom>
          <a:pattFill prst="pct10">
            <a:fgClr>
              <a:schemeClr val="bg1">
                <a:lumMod val="75000"/>
              </a:schemeClr>
            </a:fgClr>
            <a:bgClr>
              <a:schemeClr val="bg1">
                <a:lumMod val="95000"/>
              </a:schemeClr>
            </a:bgClr>
          </a:pattFill>
        </p:spPr>
        <p:txBody>
          <a:bodyPr tIns="828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3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4" name="TextBox 1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4" name="그래픽 23"/>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498247" y="6097587"/>
            <a:ext cx="406400" cy="406400"/>
          </a:xfrm>
          <a:prstGeom prst="rect">
            <a:avLst/>
          </a:prstGeom>
        </p:spPr>
      </p:pic>
      <p:pic>
        <p:nvPicPr>
          <p:cNvPr id="25" name="그래픽 24"/>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flipV="1">
            <a:off x="8534400" y="5029199"/>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0815622" y="354011"/>
            <a:ext cx="885825" cy="295275"/>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90553" y="4443412"/>
            <a:ext cx="342900" cy="20097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flipV="1">
            <a:off x="0" y="0"/>
            <a:ext cx="3657600" cy="1828800"/>
          </a:xfrm>
          <a:prstGeom prst="rect">
            <a:avLst/>
          </a:prstGeom>
        </p:spPr>
      </p:pic>
      <p:pic>
        <p:nvPicPr>
          <p:cNvPr id="29" name="그래픽 2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0727304" y="4649786"/>
            <a:ext cx="1143000" cy="1143000"/>
          </a:xfrm>
          <a:prstGeom prst="rect">
            <a:avLst/>
          </a:prstGeom>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4_PPTMON slid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1369010" y="506413"/>
            <a:ext cx="406400" cy="406400"/>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8654143" y="5072743"/>
            <a:ext cx="3570514" cy="1785257"/>
          </a:xfrm>
          <a:prstGeom prst="rect">
            <a:avLst/>
          </a:prstGeom>
        </p:spPr>
      </p:pic>
      <p:pic>
        <p:nvPicPr>
          <p:cNvPr id="22" name="그래픽 2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0" y="3582652"/>
            <a:ext cx="1143000" cy="1143000"/>
          </a:xfrm>
          <a:prstGeom prst="rect">
            <a:avLst/>
          </a:prstGeom>
        </p:spPr>
      </p:pic>
      <p:pic>
        <p:nvPicPr>
          <p:cNvPr id="23" name="그래픽 22"/>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882312" y="6295942"/>
            <a:ext cx="885825" cy="295275"/>
          </a:xfrm>
          <a:prstGeom prst="rect">
            <a:avLst/>
          </a:prstGeom>
        </p:spPr>
      </p:pic>
      <p:pic>
        <p:nvPicPr>
          <p:cNvPr id="24" name="그래픽 23"/>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245140" y="506413"/>
            <a:ext cx="342900" cy="2009775"/>
          </a:xfrm>
          <a:prstGeom prst="rect">
            <a:avLst/>
          </a:prstGeom>
        </p:spPr>
      </p:pic>
      <p:sp>
        <p:nvSpPr>
          <p:cNvPr id="15" name="그림 개체 틀 4"/>
          <p:cNvSpPr>
            <a:spLocks noGrp="1"/>
          </p:cNvSpPr>
          <p:nvPr>
            <p:ph type="pic" sz="quarter" idx="13"/>
          </p:nvPr>
        </p:nvSpPr>
        <p:spPr>
          <a:xfrm>
            <a:off x="873578" y="0"/>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
        <p:nvSpPr>
          <p:cNvPr id="16" name="그림 개체 틀 4"/>
          <p:cNvSpPr>
            <a:spLocks noGrp="1"/>
          </p:cNvSpPr>
          <p:nvPr>
            <p:ph type="pic" sz="quarter" idx="14"/>
          </p:nvPr>
        </p:nvSpPr>
        <p:spPr>
          <a:xfrm>
            <a:off x="8846685" y="2249715"/>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
        <p:nvSpPr>
          <p:cNvPr id="17" name="그림 개체 틀 4"/>
          <p:cNvSpPr>
            <a:spLocks noGrp="1"/>
          </p:cNvSpPr>
          <p:nvPr>
            <p:ph type="pic" sz="quarter" idx="15"/>
          </p:nvPr>
        </p:nvSpPr>
        <p:spPr>
          <a:xfrm>
            <a:off x="5914799" y="2249715"/>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15_PPTMON slid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7" name="TextBox 16">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3" name="그래픽 22"/>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397896" y="0"/>
            <a:ext cx="406400" cy="406400"/>
          </a:xfrm>
          <a:prstGeom prst="rect">
            <a:avLst/>
          </a:prstGeom>
        </p:spPr>
      </p:pic>
      <p:pic>
        <p:nvPicPr>
          <p:cNvPr id="24" name="그래픽 23"/>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flipH="1" flipV="1">
            <a:off x="0" y="3150054"/>
            <a:ext cx="3657600" cy="3657600"/>
          </a:xfrm>
          <a:prstGeom prst="rect">
            <a:avLst/>
          </a:prstGeom>
        </p:spPr>
      </p:pic>
      <p:pic>
        <p:nvPicPr>
          <p:cNvPr id="25" name="그래픽 2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232796" y="636588"/>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791128" y="4505924"/>
            <a:ext cx="885825" cy="295275"/>
          </a:xfrm>
          <a:prstGeom prst="rect">
            <a:avLst/>
          </a:prstGeom>
        </p:spPr>
      </p:pic>
      <p:pic>
        <p:nvPicPr>
          <p:cNvPr id="27" name="그래픽 26"/>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11358547" y="203200"/>
            <a:ext cx="342900" cy="2009775"/>
          </a:xfrm>
          <a:prstGeom prst="rect">
            <a:avLst/>
          </a:prstGeom>
        </p:spPr>
      </p:pic>
      <p:sp>
        <p:nvSpPr>
          <p:cNvPr id="28" name="그림 개체 틀 2"/>
          <p:cNvSpPr>
            <a:spLocks noGrp="1"/>
          </p:cNvSpPr>
          <p:nvPr>
            <p:ph type="pic" sz="quarter" idx="11"/>
          </p:nvPr>
        </p:nvSpPr>
        <p:spPr>
          <a:xfrm>
            <a:off x="0" y="4956629"/>
            <a:ext cx="12192000" cy="1901371"/>
          </a:xfrm>
          <a:prstGeom prst="rect">
            <a:avLst/>
          </a:prstGeom>
          <a:pattFill prst="pct10">
            <a:fgClr>
              <a:schemeClr val="bg1">
                <a:lumMod val="75000"/>
              </a:schemeClr>
            </a:fgClr>
            <a:bgClr>
              <a:schemeClr val="bg1">
                <a:lumMod val="95000"/>
              </a:schemeClr>
            </a:bgClr>
          </a:pattFill>
        </p:spPr>
        <p:txBody>
          <a:bodyPr tIns="828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6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6" name="그래픽 2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349678" y="455612"/>
            <a:ext cx="406400" cy="406400"/>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flipV="1">
            <a:off x="0" y="1600200"/>
            <a:ext cx="1828800" cy="3657600"/>
          </a:xfrm>
          <a:prstGeom prst="rect">
            <a:avLst/>
          </a:prstGeom>
        </p:spPr>
      </p:pic>
      <p:pic>
        <p:nvPicPr>
          <p:cNvPr id="28" name="그래픽 2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0150047" y="455612"/>
            <a:ext cx="1143000" cy="1143000"/>
          </a:xfrm>
          <a:prstGeom prst="rect">
            <a:avLst/>
          </a:prstGeom>
        </p:spPr>
      </p:pic>
      <p:pic>
        <p:nvPicPr>
          <p:cNvPr id="29" name="그래픽 2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721547" y="5965742"/>
            <a:ext cx="885825" cy="2952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413178" y="4392613"/>
            <a:ext cx="342900" cy="2009775"/>
          </a:xfrm>
          <a:prstGeom prst="rect">
            <a:avLst/>
          </a:prstGeom>
        </p:spPr>
      </p:pic>
      <p:pic>
        <p:nvPicPr>
          <p:cNvPr id="31" name="그래픽 30"/>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V="1">
            <a:off x="10363200" y="1600200"/>
            <a:ext cx="1828800" cy="3657600"/>
          </a:xfrm>
          <a:prstGeom prst="rect">
            <a:avLst/>
          </a:prstGeom>
        </p:spPr>
      </p:pic>
      <p:sp>
        <p:nvSpPr>
          <p:cNvPr id="14" name="그림 개체 틀 11"/>
          <p:cNvSpPr>
            <a:spLocks noGrp="1"/>
          </p:cNvSpPr>
          <p:nvPr>
            <p:ph type="pic" sz="quarter" idx="11"/>
          </p:nvPr>
        </p:nvSpPr>
        <p:spPr>
          <a:xfrm>
            <a:off x="7675032" y="1219200"/>
            <a:ext cx="2142067" cy="4423546"/>
          </a:xfrm>
          <a:prstGeom prst="roundRect">
            <a:avLst>
              <a:gd name="adj" fmla="val 13697"/>
            </a:avLst>
          </a:prstGeom>
          <a:pattFill prst="pct10">
            <a:fgClr>
              <a:schemeClr val="bg1">
                <a:lumMod val="75000"/>
              </a:schemeClr>
            </a:fgClr>
            <a:bgClr>
              <a:schemeClr val="bg1">
                <a:lumMod val="95000"/>
              </a:schemeClr>
            </a:bgClr>
          </a:pattFill>
        </p:spPr>
        <p:txBody>
          <a:bodyPr anchor="b" anchorCtr="1"/>
          <a:lstStyle>
            <a:lvl1pPr>
              <a:defRPr lang="ko-KR" altLang="en-US" sz="2000" dirty="0"/>
            </a:lvl1pPr>
          </a:lstStyle>
          <a:p>
            <a:pPr marR="0" lvl="0" fontAlgn="auto">
              <a:spcAft>
                <a:spcPts val="0"/>
              </a:spcAft>
              <a:buClrTx/>
              <a:buSzTx/>
            </a:pPr>
            <a:r>
              <a:rPr lang="en-US" altLang="ko-KR" dirty="0"/>
              <a:t>Click icon to add picture</a:t>
            </a:r>
            <a:endParaRPr lang="ko-KR" altLang="en-US" dirty="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17_PPTMON slide">
    <p:spTree>
      <p:nvGrpSpPr>
        <p:cNvPr id="1" name=""/>
        <p:cNvGrpSpPr/>
        <p:nvPr/>
      </p:nvGrpSpPr>
      <p:grpSpPr>
        <a:xfrm>
          <a:off x="0" y="0"/>
          <a:ext cx="0" cy="0"/>
          <a:chOff x="0" y="0"/>
          <a:chExt cx="0" cy="0"/>
        </a:xfrm>
      </p:grpSpPr>
      <p:sp>
        <p:nvSpPr>
          <p:cNvPr id="14" name="그림 개체 틀 5"/>
          <p:cNvSpPr>
            <a:spLocks noGrp="1"/>
          </p:cNvSpPr>
          <p:nvPr>
            <p:ph type="pic" sz="quarter" idx="10"/>
          </p:nvPr>
        </p:nvSpPr>
        <p:spPr>
          <a:xfrm>
            <a:off x="1340810" y="1203960"/>
            <a:ext cx="5842310" cy="4450080"/>
          </a:xfrm>
          <a:prstGeom prst="roundRect">
            <a:avLst>
              <a:gd name="adj" fmla="val 4942"/>
            </a:avLst>
          </a:prstGeom>
          <a:pattFill prst="pct10">
            <a:fgClr>
              <a:schemeClr val="bg1">
                <a:lumMod val="75000"/>
              </a:schemeClr>
            </a:fgClr>
            <a:bgClr>
              <a:schemeClr val="bg1">
                <a:lumMod val="95000"/>
              </a:schemeClr>
            </a:bgClr>
          </a:pattFill>
        </p:spPr>
        <p:txBody>
          <a:bodyPr anchor="b"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5" name="TextBox 2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7" name="그래픽 2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1383535" y="6183312"/>
            <a:ext cx="406400" cy="406400"/>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H="1" flipV="1">
            <a:off x="10363200" y="5029200"/>
            <a:ext cx="1828800" cy="1828800"/>
          </a:xfrm>
          <a:prstGeom prst="rect">
            <a:avLst/>
          </a:prstGeom>
        </p:spPr>
      </p:pic>
      <p:pic>
        <p:nvPicPr>
          <p:cNvPr id="29" name="그래픽 2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18496" y="4530725"/>
            <a:ext cx="1143000" cy="1143000"/>
          </a:xfrm>
          <a:prstGeom prst="rect">
            <a:avLst/>
          </a:prstGeom>
        </p:spPr>
      </p:pic>
      <p:pic>
        <p:nvPicPr>
          <p:cNvPr id="30" name="그래픽 2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5400000" flipH="1">
            <a:off x="10996185" y="766763"/>
            <a:ext cx="885825" cy="295275"/>
          </a:xfrm>
          <a:prstGeom prst="rect">
            <a:avLst/>
          </a:prstGeom>
        </p:spPr>
      </p:pic>
      <p:pic>
        <p:nvPicPr>
          <p:cNvPr id="31" name="그래픽 3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flipH="1" flipV="1">
            <a:off x="1274746" y="5256212"/>
            <a:ext cx="342900" cy="2009775"/>
          </a:xfrm>
          <a:prstGeom prst="rect">
            <a:avLst/>
          </a:prstGeom>
        </p:spPr>
      </p:pic>
      <p:pic>
        <p:nvPicPr>
          <p:cNvPr id="32" name="그래픽 31"/>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H="1" flipV="1">
            <a:off x="0" y="0"/>
            <a:ext cx="1828800" cy="1828800"/>
          </a:xfrm>
          <a:prstGeom prst="rect">
            <a:avLst/>
          </a:prstGeom>
        </p:spPr>
      </p:pic>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8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7" name="그래픽 2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71223" y="495301"/>
            <a:ext cx="406400" cy="406400"/>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0" y="0"/>
            <a:ext cx="3657600" cy="1828800"/>
          </a:xfrm>
          <a:prstGeom prst="rect">
            <a:avLst/>
          </a:prstGeom>
        </p:spPr>
      </p:pic>
      <p:pic>
        <p:nvPicPr>
          <p:cNvPr id="29" name="그래픽 2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0597949" y="4840685"/>
            <a:ext cx="1143000" cy="1143000"/>
          </a:xfrm>
          <a:prstGeom prst="rect">
            <a:avLst/>
          </a:prstGeom>
        </p:spPr>
      </p:pic>
      <p:pic>
        <p:nvPicPr>
          <p:cNvPr id="30" name="그래픽 2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555086" y="6131719"/>
            <a:ext cx="885825" cy="295275"/>
          </a:xfrm>
          <a:prstGeom prst="rect">
            <a:avLst/>
          </a:prstGeom>
        </p:spPr>
      </p:pic>
      <p:pic>
        <p:nvPicPr>
          <p:cNvPr id="31" name="그래픽 30"/>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8534400" y="5029200"/>
            <a:ext cx="3657600" cy="1828800"/>
          </a:xfrm>
          <a:prstGeom prst="rect">
            <a:avLst/>
          </a:prstGeom>
        </p:spPr>
      </p:pic>
      <p:pic>
        <p:nvPicPr>
          <p:cNvPr id="32" name="그래픽 31"/>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291444" y="4384674"/>
            <a:ext cx="342900" cy="2009775"/>
          </a:xfrm>
          <a:prstGeom prst="rect">
            <a:avLst/>
          </a:prstGeom>
        </p:spPr>
      </p:pic>
      <p:pic>
        <p:nvPicPr>
          <p:cNvPr id="33" name="그래픽 32"/>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10997999" y="463551"/>
            <a:ext cx="342900" cy="2009775"/>
          </a:xfrm>
          <a:prstGeom prst="rect">
            <a:avLst/>
          </a:prstGeom>
        </p:spPr>
      </p:pic>
      <p:sp>
        <p:nvSpPr>
          <p:cNvPr id="14" name="그림 개체 틀 8"/>
          <p:cNvSpPr>
            <a:spLocks noGrp="1"/>
          </p:cNvSpPr>
          <p:nvPr>
            <p:ph type="pic" sz="quarter" idx="10"/>
          </p:nvPr>
        </p:nvSpPr>
        <p:spPr>
          <a:xfrm>
            <a:off x="4351001" y="1092200"/>
            <a:ext cx="6452466" cy="4267200"/>
          </a:xfrm>
          <a:prstGeom prst="roundRect">
            <a:avLst>
              <a:gd name="adj" fmla="val 2113"/>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PPTMON slide">
    <p:spTree>
      <p:nvGrpSpPr>
        <p:cNvPr id="1" name=""/>
        <p:cNvGrpSpPr/>
        <p:nvPr/>
      </p:nvGrpSpPr>
      <p:grpSpPr>
        <a:xfrm>
          <a:off x="0" y="0"/>
          <a:ext cx="0" cy="0"/>
          <a:chOff x="0" y="0"/>
          <a:chExt cx="0" cy="0"/>
        </a:xfrm>
      </p:grpSpPr>
      <p:pic>
        <p:nvPicPr>
          <p:cNvPr id="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7" name="TextBox 6">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PPTMON custom">
    <p:bg>
      <p:bgPr>
        <a:solidFill>
          <a:schemeClr val="bg1"/>
        </a:solidFill>
        <a:effectLst/>
      </p:bgPr>
    </p:bg>
    <p:spTree>
      <p:nvGrpSpPr>
        <p:cNvPr id="1" name=""/>
        <p:cNvGrpSpPr/>
        <p:nvPr/>
      </p:nvGrpSpPr>
      <p:grpSpPr>
        <a:xfrm>
          <a:off x="0" y="0"/>
          <a:ext cx="0" cy="0"/>
          <a:chOff x="0" y="0"/>
          <a:chExt cx="0" cy="0"/>
        </a:xfrm>
      </p:grpSpPr>
      <p:pic>
        <p:nvPicPr>
          <p:cNvPr id="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5" name="TextBox 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PPTMON title">
    <p:spTree>
      <p:nvGrpSpPr>
        <p:cNvPr id="1" name=""/>
        <p:cNvGrpSpPr/>
        <p:nvPr/>
      </p:nvGrpSpPr>
      <p:grpSpPr>
        <a:xfrm>
          <a:off x="0" y="0"/>
          <a:ext cx="0" cy="0"/>
          <a:chOff x="0" y="0"/>
          <a:chExt cx="0" cy="0"/>
        </a:xfrm>
      </p:grpSpPr>
      <p:pic>
        <p:nvPicPr>
          <p:cNvPr id="19"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1" name="TextBox 20">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3" name="그래픽 2"/>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435922" y="5995988"/>
            <a:ext cx="406400" cy="406400"/>
          </a:xfrm>
          <a:prstGeom prst="rect">
            <a:avLst/>
          </a:prstGeom>
        </p:spPr>
      </p:pic>
      <p:pic>
        <p:nvPicPr>
          <p:cNvPr id="4" name="그래픽 3"/>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a:off x="10363200" y="1600200"/>
            <a:ext cx="1828800" cy="3657600"/>
          </a:xfrm>
          <a:prstGeom prst="rect">
            <a:avLst/>
          </a:prstGeom>
        </p:spPr>
      </p:pic>
      <p:pic>
        <p:nvPicPr>
          <p:cNvPr id="5" name="그래픽 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898953" y="5259388"/>
            <a:ext cx="1143000" cy="1143000"/>
          </a:xfrm>
          <a:prstGeom prst="rect">
            <a:avLst/>
          </a:prstGeom>
        </p:spPr>
      </p:pic>
      <p:pic>
        <p:nvPicPr>
          <p:cNvPr id="6" name="그래픽 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584628" y="596983"/>
            <a:ext cx="885825" cy="295275"/>
          </a:xfrm>
          <a:prstGeom prst="rect">
            <a:avLst/>
          </a:prstGeom>
        </p:spPr>
      </p:pic>
      <p:pic>
        <p:nvPicPr>
          <p:cNvPr id="8" name="그래픽 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435922" y="455612"/>
            <a:ext cx="342900" cy="2009775"/>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a:off x="0" y="1600200"/>
            <a:ext cx="1828800" cy="3657600"/>
          </a:xfrm>
          <a:prstGeom prst="rect">
            <a:avLst/>
          </a:prstGeom>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1_PPTMON titl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02065" y="268288"/>
            <a:ext cx="406400" cy="406400"/>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a:off x="0" y="0"/>
            <a:ext cx="1828800" cy="1828800"/>
          </a:xfrm>
          <a:prstGeom prst="rect">
            <a:avLst/>
          </a:prstGeom>
        </p:spPr>
      </p:pic>
      <p:pic>
        <p:nvPicPr>
          <p:cNvPr id="21" name="그래픽 20"/>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930504" y="1184275"/>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309990" y="5795962"/>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a:off x="10574354" y="-407987"/>
            <a:ext cx="342900" cy="2009775"/>
          </a:xfrm>
          <a:prstGeom prst="rect">
            <a:avLst/>
          </a:prstGeom>
        </p:spPr>
      </p:pic>
      <p:pic>
        <p:nvPicPr>
          <p:cNvPr id="29" name="그래픽 28"/>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a:off x="10363200" y="5029200"/>
            <a:ext cx="1828800" cy="1828800"/>
          </a:xfrm>
          <a:prstGeom prst="rect">
            <a:avLst/>
          </a:prstGeom>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_PPTMON titl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5" name="TextBox 1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334549" y="5956299"/>
            <a:ext cx="406400" cy="406400"/>
          </a:xfrm>
          <a:prstGeom prst="rect">
            <a:avLst/>
          </a:prstGeom>
        </p:spPr>
      </p:pic>
      <p:pic>
        <p:nvPicPr>
          <p:cNvPr id="19" name="그래픽 18"/>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4267200" y="5029200"/>
            <a:ext cx="3657600" cy="1828800"/>
          </a:xfrm>
          <a:prstGeom prst="rect">
            <a:avLst/>
          </a:prstGeom>
        </p:spPr>
      </p:pic>
      <p:pic>
        <p:nvPicPr>
          <p:cNvPr id="20" name="그래픽 19"/>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71223" y="874315"/>
            <a:ext cx="1143000" cy="1143000"/>
          </a:xfrm>
          <a:prstGeom prst="rect">
            <a:avLst/>
          </a:prstGeom>
        </p:spPr>
      </p:pic>
      <p:pic>
        <p:nvPicPr>
          <p:cNvPr id="21" name="그래픽 20"/>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71261" y="431006"/>
            <a:ext cx="885825" cy="295275"/>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4267200" y="0"/>
            <a:ext cx="3657600" cy="1828800"/>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277828" y="463551"/>
            <a:ext cx="342900" cy="20097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571273" y="4384674"/>
            <a:ext cx="342900" cy="2009775"/>
          </a:xfrm>
          <a:prstGeom prst="rect">
            <a:avLst/>
          </a:prstGeom>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3_PPTMON titl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498247" y="354012"/>
            <a:ext cx="406400" cy="406400"/>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a:off x="8534400" y="0"/>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815622" y="6208713"/>
            <a:ext cx="885825" cy="295275"/>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90553" y="404812"/>
            <a:ext cx="342900" cy="20097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a:off x="0" y="5029199"/>
            <a:ext cx="3657600" cy="1828800"/>
          </a:xfrm>
          <a:prstGeom prst="rect">
            <a:avLst/>
          </a:prstGeom>
        </p:spPr>
      </p:pic>
      <p:pic>
        <p:nvPicPr>
          <p:cNvPr id="21" name="그래픽 2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0727304" y="1065213"/>
            <a:ext cx="1143000" cy="1143000"/>
          </a:xfrm>
          <a:prstGeom prst="rect">
            <a:avLst/>
          </a:prstGeom>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1_PPTMON slide">
    <p:spTree>
      <p:nvGrpSpPr>
        <p:cNvPr id="1" name=""/>
        <p:cNvGrpSpPr/>
        <p:nvPr/>
      </p:nvGrpSpPr>
      <p:grpSpPr>
        <a:xfrm>
          <a:off x="0" y="0"/>
          <a:ext cx="0" cy="0"/>
          <a:chOff x="0" y="0"/>
          <a:chExt cx="0" cy="0"/>
        </a:xfrm>
      </p:grpSpPr>
      <p:sp>
        <p:nvSpPr>
          <p:cNvPr id="65" name="그림 개체 틀 4"/>
          <p:cNvSpPr>
            <a:spLocks noGrp="1"/>
          </p:cNvSpPr>
          <p:nvPr>
            <p:ph type="pic" sz="quarter" idx="10"/>
          </p:nvPr>
        </p:nvSpPr>
        <p:spPr>
          <a:xfrm>
            <a:off x="3570514" y="0"/>
            <a:ext cx="8621486" cy="1712973"/>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2000" b="0"/>
            </a:lvl1pPr>
          </a:lstStyle>
          <a:p>
            <a:r>
              <a:rPr lang="en-US" altLang="ko-KR" dirty="0"/>
              <a:t>Click icon to add picture</a:t>
            </a:r>
            <a:endParaRPr lang="ko-KR" altLang="en-US" dirty="0"/>
          </a:p>
        </p:txBody>
      </p:sp>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7" name="그래픽 1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449247" y="5945187"/>
            <a:ext cx="406400" cy="406400"/>
          </a:xfrm>
          <a:prstGeom prst="rect">
            <a:avLst/>
          </a:prstGeom>
        </p:spPr>
      </p:pic>
      <p:pic>
        <p:nvPicPr>
          <p:cNvPr id="18" name="그래픽 1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0" y="0"/>
            <a:ext cx="3570514" cy="1785257"/>
          </a:xfrm>
          <a:prstGeom prst="rect">
            <a:avLst/>
          </a:prstGeom>
        </p:spPr>
      </p:pic>
      <p:pic>
        <p:nvPicPr>
          <p:cNvPr id="19" name="그래픽 1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1081657" y="2116221"/>
            <a:ext cx="1143000" cy="1143000"/>
          </a:xfrm>
          <a:prstGeom prst="rect">
            <a:avLst/>
          </a:prstGeom>
        </p:spPr>
      </p:pic>
      <p:pic>
        <p:nvPicPr>
          <p:cNvPr id="20" name="그래픽 1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456520" y="1562183"/>
            <a:ext cx="885825" cy="295275"/>
          </a:xfrm>
          <a:prstGeom prst="rect">
            <a:avLst/>
          </a:prstGeom>
        </p:spPr>
      </p:pic>
      <p:pic>
        <p:nvPicPr>
          <p:cNvPr id="21" name="그래픽 2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a:off x="11399853" y="4341812"/>
            <a:ext cx="342900" cy="2009775"/>
          </a:xfrm>
          <a:prstGeom prst="rect">
            <a:avLst/>
          </a:prstGeom>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2_PPTMON slide">
    <p:spTree>
      <p:nvGrpSpPr>
        <p:cNvPr id="1" name=""/>
        <p:cNvGrpSpPr/>
        <p:nvPr/>
      </p:nvGrpSpPr>
      <p:grpSpPr>
        <a:xfrm>
          <a:off x="0" y="0"/>
          <a:ext cx="0" cy="0"/>
          <a:chOff x="0" y="0"/>
          <a:chExt cx="0" cy="0"/>
        </a:xfrm>
      </p:grpSpPr>
      <p:sp>
        <p:nvSpPr>
          <p:cNvPr id="30" name="그림 개체 틀 4"/>
          <p:cNvSpPr>
            <a:spLocks noGrp="1"/>
          </p:cNvSpPr>
          <p:nvPr>
            <p:ph type="pic" sz="quarter" idx="10"/>
          </p:nvPr>
        </p:nvSpPr>
        <p:spPr>
          <a:xfrm>
            <a:off x="3570514" y="0"/>
            <a:ext cx="8621486" cy="1712973"/>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2000"/>
            </a:lvl1pPr>
          </a:lstStyle>
          <a:p>
            <a:r>
              <a:rPr lang="en-US" altLang="ko-KR" dirty="0"/>
              <a:t>Click icon to add picture</a:t>
            </a:r>
            <a:endParaRPr lang="ko-KR" altLang="en-US" dirty="0"/>
          </a:p>
        </p:txBody>
      </p:sp>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7" name="그래픽 1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11369010" y="5945187"/>
            <a:ext cx="406400" cy="406400"/>
          </a:xfrm>
          <a:prstGeom prst="rect">
            <a:avLst/>
          </a:prstGeom>
        </p:spPr>
      </p:pic>
      <p:pic>
        <p:nvPicPr>
          <p:cNvPr id="18" name="그래픽 1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0" y="0"/>
            <a:ext cx="3570514" cy="1785257"/>
          </a:xfrm>
          <a:prstGeom prst="rect">
            <a:avLst/>
          </a:prstGeom>
        </p:spPr>
      </p:pic>
      <p:pic>
        <p:nvPicPr>
          <p:cNvPr id="21" name="그래픽 20"/>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0" y="2116221"/>
            <a:ext cx="1143000" cy="1143000"/>
          </a:xfrm>
          <a:prstGeom prst="rect">
            <a:avLst/>
          </a:prstGeom>
        </p:spPr>
      </p:pic>
      <p:pic>
        <p:nvPicPr>
          <p:cNvPr id="22" name="그래픽 21"/>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2228169" y="114383"/>
            <a:ext cx="885825" cy="295275"/>
          </a:xfrm>
          <a:prstGeom prst="rect">
            <a:avLst/>
          </a:prstGeom>
        </p:spPr>
      </p:pic>
      <p:pic>
        <p:nvPicPr>
          <p:cNvPr id="23" name="그래픽 22"/>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481904" y="4341812"/>
            <a:ext cx="342900" cy="2009775"/>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3_PPTMON slide">
    <p:spTree>
      <p:nvGrpSpPr>
        <p:cNvPr id="1" name=""/>
        <p:cNvGrpSpPr/>
        <p:nvPr/>
      </p:nvGrpSpPr>
      <p:grpSpPr>
        <a:xfrm>
          <a:off x="0" y="0"/>
          <a:ext cx="0" cy="0"/>
          <a:chOff x="0" y="0"/>
          <a:chExt cx="0" cy="0"/>
        </a:xfrm>
      </p:grpSpPr>
      <p:pic>
        <p:nvPicPr>
          <p:cNvPr id="17"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a:off x="11387704" y="6152162"/>
            <a:ext cx="406400" cy="406400"/>
          </a:xfrm>
          <a:prstGeom prst="rect">
            <a:avLst/>
          </a:prstGeom>
        </p:spPr>
      </p:pic>
      <p:pic>
        <p:nvPicPr>
          <p:cNvPr id="21" name="그래픽 20"/>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8534400" y="0"/>
            <a:ext cx="3657600" cy="3657600"/>
          </a:xfrm>
          <a:prstGeom prst="rect">
            <a:avLst/>
          </a:prstGeom>
        </p:spPr>
      </p:pic>
      <p:pic>
        <p:nvPicPr>
          <p:cNvPr id="23" name="그래픽 22"/>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0816204" y="4778974"/>
            <a:ext cx="1143000" cy="1143000"/>
          </a:xfrm>
          <a:prstGeom prst="rect">
            <a:avLst/>
          </a:prstGeom>
        </p:spPr>
      </p:pic>
      <p:pic>
        <p:nvPicPr>
          <p:cNvPr id="24" name="그래픽 23"/>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248347" y="769421"/>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a:off x="1231334" y="5350475"/>
            <a:ext cx="342900" cy="2009775"/>
          </a:xfrm>
          <a:prstGeom prst="rect">
            <a:avLst/>
          </a:prstGeom>
        </p:spPr>
      </p:pic>
      <p:sp>
        <p:nvSpPr>
          <p:cNvPr id="30" name="그림 개체 틀 2"/>
          <p:cNvSpPr>
            <a:spLocks noGrp="1"/>
          </p:cNvSpPr>
          <p:nvPr userDrawn="1">
            <p:ph type="pic" sz="quarter" idx="14"/>
          </p:nvPr>
        </p:nvSpPr>
        <p:spPr>
          <a:xfrm>
            <a:off x="7125607" y="1507525"/>
            <a:ext cx="3840758" cy="3842950"/>
          </a:xfrm>
          <a:prstGeom prst="ellipse">
            <a:avLst/>
          </a:prstGeom>
          <a:pattFill prst="pct10">
            <a:fgClr>
              <a:schemeClr val="bg1">
                <a:lumMod val="75000"/>
              </a:schemeClr>
            </a:fgClr>
            <a:bgClr>
              <a:schemeClr val="bg1">
                <a:lumMod val="95000"/>
              </a:schemeClr>
            </a:bgClr>
          </a:pattFill>
        </p:spPr>
        <p:txBody>
          <a:bodyPr tIns="720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1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4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349678" y="5995988"/>
            <a:ext cx="406400" cy="406400"/>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a:off x="0" y="1600200"/>
            <a:ext cx="1828800" cy="3657600"/>
          </a:xfrm>
          <a:prstGeom prst="rect">
            <a:avLst/>
          </a:prstGeom>
        </p:spPr>
      </p:pic>
      <p:pic>
        <p:nvPicPr>
          <p:cNvPr id="24" name="그래픽 23"/>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0150047" y="5259388"/>
            <a:ext cx="1143000" cy="1143000"/>
          </a:xfrm>
          <a:prstGeom prst="rect">
            <a:avLst/>
          </a:prstGeom>
        </p:spPr>
      </p:pic>
      <p:pic>
        <p:nvPicPr>
          <p:cNvPr id="25" name="그래픽 24"/>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721547" y="596983"/>
            <a:ext cx="885825" cy="295275"/>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413178" y="455612"/>
            <a:ext cx="342900" cy="2009775"/>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a:off x="10363200" y="1600200"/>
            <a:ext cx="1828800" cy="3657600"/>
          </a:xfrm>
          <a:prstGeom prst="rect">
            <a:avLst/>
          </a:prstGeom>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5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11383535" y="268288"/>
            <a:ext cx="406400" cy="406400"/>
          </a:xfrm>
          <a:prstGeom prst="rect">
            <a:avLst/>
          </a:prstGeom>
        </p:spPr>
      </p:pic>
      <p:pic>
        <p:nvPicPr>
          <p:cNvPr id="22" name="그래픽 21"/>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H="1">
            <a:off x="10363200" y="0"/>
            <a:ext cx="1828800" cy="1828800"/>
          </a:xfrm>
          <a:prstGeom prst="rect">
            <a:avLst/>
          </a:prstGeom>
        </p:spPr>
      </p:pic>
      <p:pic>
        <p:nvPicPr>
          <p:cNvPr id="23" name="그래픽 22"/>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18496" y="1184275"/>
            <a:ext cx="1143000" cy="1143000"/>
          </a:xfrm>
          <a:prstGeom prst="rect">
            <a:avLst/>
          </a:prstGeom>
        </p:spPr>
      </p:pic>
      <p:pic>
        <p:nvPicPr>
          <p:cNvPr id="24" name="그래픽 23"/>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5400000" flipH="1">
            <a:off x="10996185" y="5795962"/>
            <a:ext cx="885825" cy="295275"/>
          </a:xfrm>
          <a:prstGeom prst="rect">
            <a:avLst/>
          </a:prstGeom>
        </p:spPr>
      </p:pic>
      <p:pic>
        <p:nvPicPr>
          <p:cNvPr id="25" name="그래픽 24"/>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16200000" flipH="1">
            <a:off x="1274746" y="-407987"/>
            <a:ext cx="342900" cy="2009775"/>
          </a:xfrm>
          <a:prstGeom prst="rect">
            <a:avLst/>
          </a:prstGeom>
        </p:spPr>
      </p:pic>
      <p:pic>
        <p:nvPicPr>
          <p:cNvPr id="26" name="그래픽 25"/>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H="1">
            <a:off x="0" y="5029200"/>
            <a:ext cx="1828800" cy="1828800"/>
          </a:xfrm>
          <a:prstGeom prst="rect">
            <a:avLst/>
          </a:prstGeom>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6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5" name="TextBox 1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431144" y="6102349"/>
            <a:ext cx="406400" cy="406400"/>
          </a:xfrm>
          <a:prstGeom prst="rect">
            <a:avLst/>
          </a:prstGeom>
        </p:spPr>
      </p:pic>
      <p:pic>
        <p:nvPicPr>
          <p:cNvPr id="17" name="그래픽 1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3987372" y="5029200"/>
            <a:ext cx="3657600" cy="1828800"/>
          </a:xfrm>
          <a:prstGeom prst="rect">
            <a:avLst/>
          </a:prstGeom>
        </p:spPr>
      </p:pic>
      <p:pic>
        <p:nvPicPr>
          <p:cNvPr id="19" name="그래픽 1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10597949" y="874315"/>
            <a:ext cx="1143000" cy="1143000"/>
          </a:xfrm>
          <a:prstGeom prst="rect">
            <a:avLst/>
          </a:prstGeom>
        </p:spPr>
      </p:pic>
      <p:pic>
        <p:nvPicPr>
          <p:cNvPr id="22" name="그래픽 21"/>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555086" y="431006"/>
            <a:ext cx="885825" cy="295275"/>
          </a:xfrm>
          <a:prstGeom prst="rect">
            <a:avLst/>
          </a:prstGeom>
        </p:spPr>
      </p:pic>
      <p:pic>
        <p:nvPicPr>
          <p:cNvPr id="23" name="그래픽 22"/>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3987372" y="0"/>
            <a:ext cx="3657600" cy="1828800"/>
          </a:xfrm>
          <a:prstGeom prst="rect">
            <a:avLst/>
          </a:prstGeom>
        </p:spPr>
      </p:pic>
      <p:pic>
        <p:nvPicPr>
          <p:cNvPr id="24" name="그래픽 23"/>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291444" y="463551"/>
            <a:ext cx="342900" cy="2009775"/>
          </a:xfrm>
          <a:prstGeom prst="rect">
            <a:avLst/>
          </a:prstGeom>
        </p:spPr>
      </p:pic>
      <p:pic>
        <p:nvPicPr>
          <p:cNvPr id="26" name="그래픽 25"/>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10997999" y="4384674"/>
            <a:ext cx="342900" cy="2009775"/>
          </a:xfrm>
          <a:prstGeom prst="rect">
            <a:avLst/>
          </a:prstGeom>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7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287353" y="354012"/>
            <a:ext cx="406400" cy="406400"/>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flipH="1">
            <a:off x="0" y="0"/>
            <a:ext cx="3657600" cy="1828800"/>
          </a:xfrm>
          <a:prstGeom prst="rect">
            <a:avLst/>
          </a:prstGeom>
        </p:spPr>
      </p:pic>
      <p:pic>
        <p:nvPicPr>
          <p:cNvPr id="24" name="그래픽 23"/>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490553" y="6208713"/>
            <a:ext cx="885825" cy="295275"/>
          </a:xfrm>
          <a:prstGeom prst="rect">
            <a:avLst/>
          </a:prstGeom>
        </p:spPr>
      </p:pic>
      <p:pic>
        <p:nvPicPr>
          <p:cNvPr id="25" name="그래픽 24"/>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1358547" y="404812"/>
            <a:ext cx="342900" cy="2009775"/>
          </a:xfrm>
          <a:prstGeom prst="rect">
            <a:avLst/>
          </a:prstGeom>
        </p:spPr>
      </p:pic>
      <p:pic>
        <p:nvPicPr>
          <p:cNvPr id="26" name="그래픽 25"/>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flipH="1">
            <a:off x="8534400" y="5029199"/>
            <a:ext cx="3657600" cy="1828800"/>
          </a:xfrm>
          <a:prstGeom prst="rect">
            <a:avLst/>
          </a:prstGeom>
        </p:spPr>
      </p:pic>
      <p:pic>
        <p:nvPicPr>
          <p:cNvPr id="27" name="그래픽 26"/>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321696" y="1065213"/>
            <a:ext cx="1143000" cy="1143000"/>
          </a:xfrm>
          <a:prstGeom prst="rect">
            <a:avLst/>
          </a:prstGeom>
        </p:spPr>
      </p:pic>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8_PPTMON slide">
    <p:spTree>
      <p:nvGrpSpPr>
        <p:cNvPr id="1" name=""/>
        <p:cNvGrpSpPr/>
        <p:nvPr/>
      </p:nvGrpSpPr>
      <p:grpSpPr>
        <a:xfrm>
          <a:off x="0" y="0"/>
          <a:ext cx="0" cy="0"/>
          <a:chOff x="0" y="0"/>
          <a:chExt cx="0" cy="0"/>
        </a:xfrm>
      </p:grpSpPr>
      <p:sp>
        <p:nvSpPr>
          <p:cNvPr id="31" name="그림 개체 틀 4"/>
          <p:cNvSpPr>
            <a:spLocks noGrp="1"/>
          </p:cNvSpPr>
          <p:nvPr>
            <p:ph type="pic" sz="quarter" idx="10"/>
          </p:nvPr>
        </p:nvSpPr>
        <p:spPr>
          <a:xfrm>
            <a:off x="1008357" y="1933576"/>
            <a:ext cx="4857162" cy="2247122"/>
          </a:xfrm>
          <a:prstGeom prst="rect">
            <a:avLst/>
          </a:prstGeom>
          <a:pattFill prst="pct10">
            <a:fgClr>
              <a:schemeClr val="bg1">
                <a:lumMod val="75000"/>
              </a:schemeClr>
            </a:fgClr>
            <a:bgClr>
              <a:schemeClr val="bg1">
                <a:lumMod val="95000"/>
              </a:schemeClr>
            </a:bgClr>
          </a:pattFill>
        </p:spPr>
        <p:txBody>
          <a:bodyPr bIns="432000" anchor="b"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
        <p:nvSpPr>
          <p:cNvPr id="32" name="그림 개체 틀 4"/>
          <p:cNvSpPr>
            <a:spLocks noGrp="1"/>
          </p:cNvSpPr>
          <p:nvPr>
            <p:ph type="pic" sz="quarter" idx="11"/>
          </p:nvPr>
        </p:nvSpPr>
        <p:spPr>
          <a:xfrm>
            <a:off x="6326483" y="1933576"/>
            <a:ext cx="4857162" cy="2247122"/>
          </a:xfrm>
          <a:prstGeom prst="rect">
            <a:avLst/>
          </a:prstGeom>
          <a:pattFill prst="pct10">
            <a:fgClr>
              <a:schemeClr val="bg1">
                <a:lumMod val="75000"/>
              </a:schemeClr>
            </a:fgClr>
            <a:bgClr>
              <a:schemeClr val="bg1">
                <a:lumMod val="95000"/>
              </a:schemeClr>
            </a:bgClr>
          </a:pattFill>
        </p:spPr>
        <p:txBody>
          <a:bodyPr bIns="432000" anchor="b"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pic>
        <p:nvPicPr>
          <p:cNvPr id="20"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4" name="TextBox 2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6" name="그래픽 2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449247" y="506413"/>
            <a:ext cx="406400" cy="406400"/>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0" y="5072743"/>
            <a:ext cx="3570514" cy="1785257"/>
          </a:xfrm>
          <a:prstGeom prst="rect">
            <a:avLst/>
          </a:prstGeom>
        </p:spPr>
      </p:pic>
      <p:pic>
        <p:nvPicPr>
          <p:cNvPr id="28" name="그래픽 2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1081657" y="3598779"/>
            <a:ext cx="1143000" cy="1143000"/>
          </a:xfrm>
          <a:prstGeom prst="rect">
            <a:avLst/>
          </a:prstGeom>
        </p:spPr>
      </p:pic>
      <p:pic>
        <p:nvPicPr>
          <p:cNvPr id="29" name="그래픽 2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49247" y="6203949"/>
            <a:ext cx="885825" cy="2952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399853" y="506413"/>
            <a:ext cx="342900" cy="2009775"/>
          </a:xfrm>
          <a:prstGeom prst="rect">
            <a:avLst/>
          </a:prstGeom>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9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9" name="그래픽 18"/>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a:off x="397896" y="6152162"/>
            <a:ext cx="406400" cy="406400"/>
          </a:xfrm>
          <a:prstGeom prst="rect">
            <a:avLst/>
          </a:prstGeom>
        </p:spPr>
      </p:pic>
      <p:pic>
        <p:nvPicPr>
          <p:cNvPr id="22" name="그래픽 21"/>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flipH="1">
            <a:off x="0" y="0"/>
            <a:ext cx="3657600" cy="3657600"/>
          </a:xfrm>
          <a:prstGeom prst="rect">
            <a:avLst/>
          </a:prstGeom>
        </p:spPr>
      </p:pic>
      <p:pic>
        <p:nvPicPr>
          <p:cNvPr id="25" name="그래픽 2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a:off x="232796" y="4778974"/>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a:off x="10791128" y="515421"/>
            <a:ext cx="885825" cy="295275"/>
          </a:xfrm>
          <a:prstGeom prst="rect">
            <a:avLst/>
          </a:prstGeom>
        </p:spPr>
      </p:pic>
      <p:pic>
        <p:nvPicPr>
          <p:cNvPr id="28" name="그래픽 27"/>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a:off x="11358547" y="4345587"/>
            <a:ext cx="342900" cy="2009775"/>
          </a:xfrm>
          <a:prstGeom prst="rect">
            <a:avLst/>
          </a:prstGeom>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0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4" name="TextBox 1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6" name="그래픽 1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435922" y="455612"/>
            <a:ext cx="406400" cy="406400"/>
          </a:xfrm>
          <a:prstGeom prst="rect">
            <a:avLst/>
          </a:prstGeom>
        </p:spPr>
      </p:pic>
      <p:pic>
        <p:nvPicPr>
          <p:cNvPr id="17" name="그래픽 1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V="1">
            <a:off x="10363200" y="1600200"/>
            <a:ext cx="1828800" cy="3657600"/>
          </a:xfrm>
          <a:prstGeom prst="rect">
            <a:avLst/>
          </a:prstGeom>
        </p:spPr>
      </p:pic>
      <p:pic>
        <p:nvPicPr>
          <p:cNvPr id="18" name="그래픽 1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898953" y="455612"/>
            <a:ext cx="1143000" cy="1143000"/>
          </a:xfrm>
          <a:prstGeom prst="rect">
            <a:avLst/>
          </a:prstGeom>
        </p:spPr>
      </p:pic>
      <p:pic>
        <p:nvPicPr>
          <p:cNvPr id="19" name="그래픽 1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584628" y="5965742"/>
            <a:ext cx="885825" cy="295275"/>
          </a:xfrm>
          <a:prstGeom prst="rect">
            <a:avLst/>
          </a:prstGeom>
        </p:spPr>
      </p:pic>
      <p:pic>
        <p:nvPicPr>
          <p:cNvPr id="20" name="그래픽 1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435922" y="4392613"/>
            <a:ext cx="342900" cy="2009775"/>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flipV="1">
            <a:off x="0" y="1600200"/>
            <a:ext cx="1828800" cy="3657600"/>
          </a:xfrm>
          <a:prstGeom prst="rect">
            <a:avLst/>
          </a:prstGeom>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11_PPTMON slide">
    <p:spTree>
      <p:nvGrpSpPr>
        <p:cNvPr id="1" name=""/>
        <p:cNvGrpSpPr/>
        <p:nvPr/>
      </p:nvGrpSpPr>
      <p:grpSpPr>
        <a:xfrm>
          <a:off x="0" y="0"/>
          <a:ext cx="0" cy="0"/>
          <a:chOff x="0" y="0"/>
          <a:chExt cx="0" cy="0"/>
        </a:xfrm>
      </p:grpSpPr>
      <p:pic>
        <p:nvPicPr>
          <p:cNvPr id="10"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3" name="TextBox 12">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15" name="그래픽 14"/>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402065" y="6183312"/>
            <a:ext cx="406400" cy="406400"/>
          </a:xfrm>
          <a:prstGeom prst="rect">
            <a:avLst/>
          </a:prstGeom>
        </p:spPr>
      </p:pic>
      <p:pic>
        <p:nvPicPr>
          <p:cNvPr id="16" name="그래픽 15"/>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V="1">
            <a:off x="0" y="5029200"/>
            <a:ext cx="1828800" cy="1828800"/>
          </a:xfrm>
          <a:prstGeom prst="rect">
            <a:avLst/>
          </a:prstGeom>
        </p:spPr>
      </p:pic>
      <p:pic>
        <p:nvPicPr>
          <p:cNvPr id="17" name="그래픽 16"/>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0930504" y="4530725"/>
            <a:ext cx="1143000" cy="1143000"/>
          </a:xfrm>
          <a:prstGeom prst="rect">
            <a:avLst/>
          </a:prstGeom>
        </p:spPr>
      </p:pic>
      <p:pic>
        <p:nvPicPr>
          <p:cNvPr id="18" name="그래픽 17"/>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16200000">
            <a:off x="309990" y="766763"/>
            <a:ext cx="885825" cy="295275"/>
          </a:xfrm>
          <a:prstGeom prst="rect">
            <a:avLst/>
          </a:prstGeom>
        </p:spPr>
      </p:pic>
      <p:pic>
        <p:nvPicPr>
          <p:cNvPr id="19" name="그래픽 1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16200000" flipV="1">
            <a:off x="10574354" y="5256212"/>
            <a:ext cx="342900" cy="2009775"/>
          </a:xfrm>
          <a:prstGeom prst="rect">
            <a:avLst/>
          </a:prstGeom>
        </p:spPr>
      </p:pic>
      <p:pic>
        <p:nvPicPr>
          <p:cNvPr id="20" name="그래픽 19"/>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V="1">
            <a:off x="10363200" y="0"/>
            <a:ext cx="1828800" cy="1828800"/>
          </a:xfrm>
          <a:prstGeom prst="rect">
            <a:avLst/>
          </a:prstGeom>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12_PPTMON slide">
    <p:spTree>
      <p:nvGrpSpPr>
        <p:cNvPr id="1" name=""/>
        <p:cNvGrpSpPr/>
        <p:nvPr/>
      </p:nvGrpSpPr>
      <p:grpSpPr>
        <a:xfrm>
          <a:off x="0" y="0"/>
          <a:ext cx="0" cy="0"/>
          <a:chOff x="0" y="0"/>
          <a:chExt cx="0" cy="0"/>
        </a:xfrm>
      </p:grpSpPr>
      <p:pic>
        <p:nvPicPr>
          <p:cNvPr id="21"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2" name="TextBox 21">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4" name="그래픽 23"/>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334549" y="2412121"/>
            <a:ext cx="406400" cy="406400"/>
          </a:xfrm>
          <a:prstGeom prst="rect">
            <a:avLst/>
          </a:prstGeom>
        </p:spPr>
      </p:pic>
      <p:pic>
        <p:nvPicPr>
          <p:cNvPr id="25" name="그래픽 24"/>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V="1">
            <a:off x="0" y="1916820"/>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71223" y="4840685"/>
            <a:ext cx="1143000" cy="1143000"/>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71261" y="6131719"/>
            <a:ext cx="885825" cy="2952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a:off x="8534400" y="5029200"/>
            <a:ext cx="3657600" cy="1828800"/>
          </a:xfrm>
          <a:prstGeom prst="rect">
            <a:avLst/>
          </a:prstGeom>
        </p:spPr>
      </p:pic>
      <p:pic>
        <p:nvPicPr>
          <p:cNvPr id="29" name="그래픽 2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1277828" y="4384674"/>
            <a:ext cx="342900" cy="20097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571273" y="2380371"/>
            <a:ext cx="342900" cy="2009775"/>
          </a:xfrm>
          <a:prstGeom prst="rect">
            <a:avLst/>
          </a:prstGeom>
        </p:spPr>
      </p:pic>
      <p:sp>
        <p:nvSpPr>
          <p:cNvPr id="10" name="그림 개체 틀 2"/>
          <p:cNvSpPr>
            <a:spLocks noGrp="1"/>
          </p:cNvSpPr>
          <p:nvPr>
            <p:ph type="pic" sz="quarter" idx="11"/>
          </p:nvPr>
        </p:nvSpPr>
        <p:spPr>
          <a:xfrm>
            <a:off x="0" y="0"/>
            <a:ext cx="12192000" cy="1901371"/>
          </a:xfrm>
          <a:prstGeom prst="rect">
            <a:avLst/>
          </a:prstGeom>
          <a:pattFill prst="pct10">
            <a:fgClr>
              <a:schemeClr val="bg1">
                <a:lumMod val="75000"/>
              </a:schemeClr>
            </a:fgClr>
            <a:bgClr>
              <a:schemeClr val="bg1">
                <a:lumMod val="95000"/>
              </a:schemeClr>
            </a:bgClr>
          </a:pattFill>
        </p:spPr>
        <p:txBody>
          <a:bodyPr tIns="828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3_PPTMON slide">
    <p:spTree>
      <p:nvGrpSpPr>
        <p:cNvPr id="1" name=""/>
        <p:cNvGrpSpPr/>
        <p:nvPr/>
      </p:nvGrpSpPr>
      <p:grpSpPr>
        <a:xfrm>
          <a:off x="0" y="0"/>
          <a:ext cx="0" cy="0"/>
          <a:chOff x="0" y="0"/>
          <a:chExt cx="0" cy="0"/>
        </a:xfrm>
      </p:grpSpPr>
      <p:pic>
        <p:nvPicPr>
          <p:cNvPr id="13"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4" name="TextBox 13">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4" name="그래픽 23"/>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V="1">
            <a:off x="11498247" y="6097587"/>
            <a:ext cx="406400" cy="406400"/>
          </a:xfrm>
          <a:prstGeom prst="rect">
            <a:avLst/>
          </a:prstGeom>
        </p:spPr>
      </p:pic>
      <p:pic>
        <p:nvPicPr>
          <p:cNvPr id="25" name="그래픽 24"/>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flipV="1">
            <a:off x="8534400" y="5029199"/>
            <a:ext cx="3657600" cy="1828800"/>
          </a:xfrm>
          <a:prstGeom prst="rect">
            <a:avLst/>
          </a:prstGeom>
        </p:spPr>
      </p:pic>
      <p:pic>
        <p:nvPicPr>
          <p:cNvPr id="26" name="그래픽 25"/>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V="1">
            <a:off x="10815622" y="354011"/>
            <a:ext cx="885825" cy="295275"/>
          </a:xfrm>
          <a:prstGeom prst="rect">
            <a:avLst/>
          </a:prstGeom>
        </p:spPr>
      </p:pic>
      <p:pic>
        <p:nvPicPr>
          <p:cNvPr id="27" name="그래픽 26"/>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V="1">
            <a:off x="490553" y="4443412"/>
            <a:ext cx="342900" cy="2009775"/>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t="50000"/>
          <a:stretch>
            <a:fillRect/>
          </a:stretch>
        </p:blipFill>
        <p:spPr>
          <a:xfrm rot="10800000" flipV="1">
            <a:off x="0" y="0"/>
            <a:ext cx="3657600" cy="1828800"/>
          </a:xfrm>
          <a:prstGeom prst="rect">
            <a:avLst/>
          </a:prstGeom>
        </p:spPr>
      </p:pic>
      <p:pic>
        <p:nvPicPr>
          <p:cNvPr id="29" name="그래픽 28"/>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V="1">
            <a:off x="10727304" y="4649786"/>
            <a:ext cx="1143000" cy="1143000"/>
          </a:xfrm>
          <a:prstGeom prst="rect">
            <a:avLst/>
          </a:prstGeom>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4_PPTMON slid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8" name="TextBox 17">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0" name="그래픽 19"/>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1369010" y="506413"/>
            <a:ext cx="406400" cy="406400"/>
          </a:xfrm>
          <a:prstGeom prst="rect">
            <a:avLst/>
          </a:prstGeom>
        </p:spPr>
      </p:pic>
      <p:pic>
        <p:nvPicPr>
          <p:cNvPr id="21" name="그래픽 20"/>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8654143" y="5072743"/>
            <a:ext cx="3570514" cy="1785257"/>
          </a:xfrm>
          <a:prstGeom prst="rect">
            <a:avLst/>
          </a:prstGeom>
        </p:spPr>
      </p:pic>
      <p:pic>
        <p:nvPicPr>
          <p:cNvPr id="22" name="그래픽 21"/>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0" y="3582652"/>
            <a:ext cx="1143000" cy="1143000"/>
          </a:xfrm>
          <a:prstGeom prst="rect">
            <a:avLst/>
          </a:prstGeom>
        </p:spPr>
      </p:pic>
      <p:pic>
        <p:nvPicPr>
          <p:cNvPr id="23" name="그래픽 22"/>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882312" y="6295942"/>
            <a:ext cx="885825" cy="295275"/>
          </a:xfrm>
          <a:prstGeom prst="rect">
            <a:avLst/>
          </a:prstGeom>
        </p:spPr>
      </p:pic>
      <p:pic>
        <p:nvPicPr>
          <p:cNvPr id="24" name="그래픽 23"/>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245140" y="506413"/>
            <a:ext cx="342900" cy="2009775"/>
          </a:xfrm>
          <a:prstGeom prst="rect">
            <a:avLst/>
          </a:prstGeom>
        </p:spPr>
      </p:pic>
      <p:sp>
        <p:nvSpPr>
          <p:cNvPr id="15" name="그림 개체 틀 4"/>
          <p:cNvSpPr>
            <a:spLocks noGrp="1"/>
          </p:cNvSpPr>
          <p:nvPr>
            <p:ph type="pic" sz="quarter" idx="13"/>
          </p:nvPr>
        </p:nvSpPr>
        <p:spPr>
          <a:xfrm>
            <a:off x="873578" y="0"/>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
        <p:nvSpPr>
          <p:cNvPr id="16" name="그림 개체 틀 4"/>
          <p:cNvSpPr>
            <a:spLocks noGrp="1"/>
          </p:cNvSpPr>
          <p:nvPr>
            <p:ph type="pic" sz="quarter" idx="14"/>
          </p:nvPr>
        </p:nvSpPr>
        <p:spPr>
          <a:xfrm>
            <a:off x="8846685" y="2249715"/>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
        <p:nvSpPr>
          <p:cNvPr id="17" name="그림 개체 틀 4"/>
          <p:cNvSpPr>
            <a:spLocks noGrp="1"/>
          </p:cNvSpPr>
          <p:nvPr>
            <p:ph type="pic" sz="quarter" idx="15"/>
          </p:nvPr>
        </p:nvSpPr>
        <p:spPr>
          <a:xfrm>
            <a:off x="5914799" y="2249715"/>
            <a:ext cx="2471739" cy="3808874"/>
          </a:xfrm>
          <a:prstGeom prst="rect">
            <a:avLst/>
          </a:prstGeom>
          <a:pattFill prst="pct10">
            <a:fgClr>
              <a:schemeClr val="bg1">
                <a:lumMod val="75000"/>
              </a:schemeClr>
            </a:fgClr>
            <a:bgClr>
              <a:schemeClr val="bg1">
                <a:lumMod val="95000"/>
              </a:schemeClr>
            </a:bgClr>
          </a:pattFill>
        </p:spPr>
        <p:txBody>
          <a:bodyPr tIns="828000" anchor="ctr" anchorCtr="1"/>
          <a:lstStyle>
            <a:lvl1pPr marL="0" indent="0">
              <a:buNone/>
              <a:defRPr sz="1600"/>
            </a:lvl1pPr>
          </a:lstStyle>
          <a:p>
            <a:r>
              <a:rPr lang="en-US" altLang="ko-KR" dirty="0"/>
              <a:t>Click icon to add picture</a:t>
            </a:r>
            <a:endParaRPr lang="ko-KR" altLang="en-US" dirty="0"/>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5_PPTMON slide">
    <p:spTree>
      <p:nvGrpSpPr>
        <p:cNvPr id="1" name=""/>
        <p:cNvGrpSpPr/>
        <p:nvPr/>
      </p:nvGrpSpPr>
      <p:grpSpPr>
        <a:xfrm>
          <a:off x="0" y="0"/>
          <a:ext cx="0" cy="0"/>
          <a:chOff x="0" y="0"/>
          <a:chExt cx="0" cy="0"/>
        </a:xfrm>
      </p:grpSpPr>
      <p:pic>
        <p:nvPicPr>
          <p:cNvPr id="1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7" name="TextBox 16">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3" name="그래픽 22"/>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397896" y="0"/>
            <a:ext cx="406400" cy="406400"/>
          </a:xfrm>
          <a:prstGeom prst="rect">
            <a:avLst/>
          </a:prstGeom>
        </p:spPr>
      </p:pic>
      <p:pic>
        <p:nvPicPr>
          <p:cNvPr id="24" name="그래픽 23"/>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flipH="1" flipV="1">
            <a:off x="0" y="3150054"/>
            <a:ext cx="3657600" cy="3657600"/>
          </a:xfrm>
          <a:prstGeom prst="rect">
            <a:avLst/>
          </a:prstGeom>
        </p:spPr>
      </p:pic>
      <p:pic>
        <p:nvPicPr>
          <p:cNvPr id="25" name="그래픽 24"/>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232796" y="636588"/>
            <a:ext cx="1143000" cy="1143000"/>
          </a:xfrm>
          <a:prstGeom prst="rect">
            <a:avLst/>
          </a:prstGeom>
        </p:spPr>
      </p:pic>
      <p:pic>
        <p:nvPicPr>
          <p:cNvPr id="26" name="그래픽 25"/>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791128" y="4505924"/>
            <a:ext cx="885825" cy="295275"/>
          </a:xfrm>
          <a:prstGeom prst="rect">
            <a:avLst/>
          </a:prstGeom>
        </p:spPr>
      </p:pic>
      <p:pic>
        <p:nvPicPr>
          <p:cNvPr id="27" name="그래픽 26"/>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11358547" y="203200"/>
            <a:ext cx="342900" cy="2009775"/>
          </a:xfrm>
          <a:prstGeom prst="rect">
            <a:avLst/>
          </a:prstGeom>
        </p:spPr>
      </p:pic>
      <p:sp>
        <p:nvSpPr>
          <p:cNvPr id="28" name="그림 개체 틀 2"/>
          <p:cNvSpPr>
            <a:spLocks noGrp="1"/>
          </p:cNvSpPr>
          <p:nvPr>
            <p:ph type="pic" sz="quarter" idx="11"/>
          </p:nvPr>
        </p:nvSpPr>
        <p:spPr>
          <a:xfrm>
            <a:off x="0" y="4956629"/>
            <a:ext cx="12192000" cy="1901371"/>
          </a:xfrm>
          <a:prstGeom prst="rect">
            <a:avLst/>
          </a:prstGeom>
          <a:pattFill prst="pct10">
            <a:fgClr>
              <a:schemeClr val="bg1">
                <a:lumMod val="75000"/>
              </a:schemeClr>
            </a:fgClr>
            <a:bgClr>
              <a:schemeClr val="bg1">
                <a:lumMod val="95000"/>
              </a:schemeClr>
            </a:bgClr>
          </a:pattFill>
        </p:spPr>
        <p:txBody>
          <a:bodyPr tIns="828000" anchor="ctr"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lang="ko-KR" altLang="en-US"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16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6" name="그래픽 25"/>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349678" y="455612"/>
            <a:ext cx="406400" cy="406400"/>
          </a:xfrm>
          <a:prstGeom prst="rect">
            <a:avLst/>
          </a:prstGeom>
        </p:spPr>
      </p:pic>
      <p:pic>
        <p:nvPicPr>
          <p:cNvPr id="27" name="그래픽 26"/>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H="1" flipV="1">
            <a:off x="0" y="1600200"/>
            <a:ext cx="1828800" cy="3657600"/>
          </a:xfrm>
          <a:prstGeom prst="rect">
            <a:avLst/>
          </a:prstGeom>
        </p:spPr>
      </p:pic>
      <p:pic>
        <p:nvPicPr>
          <p:cNvPr id="28" name="그래픽 27"/>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0150047" y="455612"/>
            <a:ext cx="1143000" cy="1143000"/>
          </a:xfrm>
          <a:prstGeom prst="rect">
            <a:avLst/>
          </a:prstGeom>
        </p:spPr>
      </p:pic>
      <p:pic>
        <p:nvPicPr>
          <p:cNvPr id="29" name="그래픽 28"/>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721547" y="5965742"/>
            <a:ext cx="885825" cy="295275"/>
          </a:xfrm>
          <a:prstGeom prst="rect">
            <a:avLst/>
          </a:prstGeom>
        </p:spPr>
      </p:pic>
      <p:pic>
        <p:nvPicPr>
          <p:cNvPr id="30" name="그래픽 29"/>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413178" y="4392613"/>
            <a:ext cx="342900" cy="2009775"/>
          </a:xfrm>
          <a:prstGeom prst="rect">
            <a:avLst/>
          </a:prstGeom>
        </p:spPr>
      </p:pic>
      <p:pic>
        <p:nvPicPr>
          <p:cNvPr id="31" name="그래픽 30"/>
          <p:cNvPicPr>
            <a:picLocks noChangeAspect="1"/>
          </p:cNvPicPr>
          <p:nvPr userDrawn="1"/>
        </p:nvPicPr>
        <p:blipFill rotWithShape="1">
          <a:blip r:embed="rId9">
            <a:extLst>
              <a:ext uri="{96DAC541-7B7A-43D3-8B79-37D633B846F1}">
                <asvg:svgBlip xmlns:asvg="http://schemas.microsoft.com/office/drawing/2016/SVG/main" r:embed="rId10"/>
              </a:ext>
            </a:extLst>
          </a:blip>
          <a:srcRect r="50000"/>
          <a:stretch>
            <a:fillRect/>
          </a:stretch>
        </p:blipFill>
        <p:spPr>
          <a:xfrm flipV="1">
            <a:off x="10363200" y="1600200"/>
            <a:ext cx="1828800" cy="3657600"/>
          </a:xfrm>
          <a:prstGeom prst="rect">
            <a:avLst/>
          </a:prstGeom>
        </p:spPr>
      </p:pic>
      <p:sp>
        <p:nvSpPr>
          <p:cNvPr id="14" name="그림 개체 틀 11"/>
          <p:cNvSpPr>
            <a:spLocks noGrp="1"/>
          </p:cNvSpPr>
          <p:nvPr>
            <p:ph type="pic" sz="quarter" idx="11"/>
          </p:nvPr>
        </p:nvSpPr>
        <p:spPr>
          <a:xfrm>
            <a:off x="7675032" y="1219200"/>
            <a:ext cx="2142067" cy="4423546"/>
          </a:xfrm>
          <a:prstGeom prst="roundRect">
            <a:avLst>
              <a:gd name="adj" fmla="val 13697"/>
            </a:avLst>
          </a:prstGeom>
          <a:pattFill prst="pct10">
            <a:fgClr>
              <a:schemeClr val="bg1">
                <a:lumMod val="75000"/>
              </a:schemeClr>
            </a:fgClr>
            <a:bgClr>
              <a:schemeClr val="bg1">
                <a:lumMod val="95000"/>
              </a:schemeClr>
            </a:bgClr>
          </a:pattFill>
        </p:spPr>
        <p:txBody>
          <a:bodyPr anchor="b" anchorCtr="1"/>
          <a:lstStyle>
            <a:lvl1pPr>
              <a:defRPr lang="ko-KR" altLang="en-US" sz="2000" dirty="0"/>
            </a:lvl1pPr>
          </a:lstStyle>
          <a:p>
            <a:pPr marR="0" lvl="0" fontAlgn="auto">
              <a:spcAft>
                <a:spcPts val="0"/>
              </a:spcAft>
              <a:buClrTx/>
              <a:buSzTx/>
            </a:pPr>
            <a:r>
              <a:rPr lang="en-US" altLang="ko-KR" dirty="0"/>
              <a:t>Click icon to add picture</a:t>
            </a:r>
            <a:endParaRPr lang="ko-KR" altLang="en-US" dirty="0"/>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17_PPTMON slide">
    <p:spTree>
      <p:nvGrpSpPr>
        <p:cNvPr id="1" name=""/>
        <p:cNvGrpSpPr/>
        <p:nvPr/>
      </p:nvGrpSpPr>
      <p:grpSpPr>
        <a:xfrm>
          <a:off x="0" y="0"/>
          <a:ext cx="0" cy="0"/>
          <a:chOff x="0" y="0"/>
          <a:chExt cx="0" cy="0"/>
        </a:xfrm>
      </p:grpSpPr>
      <p:sp>
        <p:nvSpPr>
          <p:cNvPr id="14" name="그림 개체 틀 5"/>
          <p:cNvSpPr>
            <a:spLocks noGrp="1"/>
          </p:cNvSpPr>
          <p:nvPr>
            <p:ph type="pic" sz="quarter" idx="10"/>
          </p:nvPr>
        </p:nvSpPr>
        <p:spPr>
          <a:xfrm>
            <a:off x="1340810" y="1203960"/>
            <a:ext cx="5842310" cy="4450080"/>
          </a:xfrm>
          <a:prstGeom prst="roundRect">
            <a:avLst>
              <a:gd name="adj" fmla="val 4942"/>
            </a:avLst>
          </a:prstGeom>
          <a:pattFill prst="pct10">
            <a:fgClr>
              <a:schemeClr val="bg1">
                <a:lumMod val="75000"/>
              </a:schemeClr>
            </a:fgClr>
            <a:bgClr>
              <a:schemeClr val="bg1">
                <a:lumMod val="95000"/>
              </a:schemeClr>
            </a:bgClr>
          </a:pattFill>
        </p:spPr>
        <p:txBody>
          <a:bodyPr anchor="b"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25" name="TextBox 2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7" name="그래픽 2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1383535" y="6183312"/>
            <a:ext cx="406400" cy="406400"/>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flipH="1" flipV="1">
            <a:off x="10363200" y="5029200"/>
            <a:ext cx="1828800" cy="1828800"/>
          </a:xfrm>
          <a:prstGeom prst="rect">
            <a:avLst/>
          </a:prstGeom>
        </p:spPr>
      </p:pic>
      <p:pic>
        <p:nvPicPr>
          <p:cNvPr id="29" name="그래픽 2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18496" y="4530725"/>
            <a:ext cx="1143000" cy="1143000"/>
          </a:xfrm>
          <a:prstGeom prst="rect">
            <a:avLst/>
          </a:prstGeom>
        </p:spPr>
      </p:pic>
      <p:pic>
        <p:nvPicPr>
          <p:cNvPr id="30" name="그래픽 2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rot="5400000" flipH="1">
            <a:off x="10996185" y="766763"/>
            <a:ext cx="885825" cy="295275"/>
          </a:xfrm>
          <a:prstGeom prst="rect">
            <a:avLst/>
          </a:prstGeom>
        </p:spPr>
      </p:pic>
      <p:pic>
        <p:nvPicPr>
          <p:cNvPr id="31" name="그래픽 30"/>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rot="5400000" flipH="1" flipV="1">
            <a:off x="1274746" y="5256212"/>
            <a:ext cx="342900" cy="2009775"/>
          </a:xfrm>
          <a:prstGeom prst="rect">
            <a:avLst/>
          </a:prstGeom>
        </p:spPr>
      </p:pic>
      <p:pic>
        <p:nvPicPr>
          <p:cNvPr id="32" name="그래픽 31"/>
          <p:cNvPicPr>
            <a:picLocks noChangeAspect="1"/>
          </p:cNvPicPr>
          <p:nvPr userDrawn="1"/>
        </p:nvPicPr>
        <p:blipFill rotWithShape="1">
          <a:blip r:embed="rId9">
            <a:extLst>
              <a:ext uri="{96DAC541-7B7A-43D3-8B79-37D633B846F1}">
                <asvg:svgBlip xmlns:asvg="http://schemas.microsoft.com/office/drawing/2016/SVG/main" r:embed="rId10"/>
              </a:ext>
            </a:extLst>
          </a:blip>
          <a:srcRect l="50000" t="50000"/>
          <a:stretch>
            <a:fillRect/>
          </a:stretch>
        </p:blipFill>
        <p:spPr>
          <a:xfrm rot="10800000" flipH="1" flipV="1">
            <a:off x="0" y="0"/>
            <a:ext cx="1828800" cy="1828800"/>
          </a:xfrm>
          <a:prstGeom prst="rect">
            <a:avLst/>
          </a:prstGeom>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18_PPTMON slide">
    <p:spTree>
      <p:nvGrpSpPr>
        <p:cNvPr id="1" name=""/>
        <p:cNvGrpSpPr/>
        <p:nvPr/>
      </p:nvGrpSpPr>
      <p:grpSpPr>
        <a:xfrm>
          <a:off x="0" y="0"/>
          <a:ext cx="0" cy="0"/>
          <a:chOff x="0" y="0"/>
          <a:chExt cx="0" cy="0"/>
        </a:xfrm>
      </p:grpSpPr>
      <p:pic>
        <p:nvPicPr>
          <p:cNvPr id="15"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16" name="TextBox 15">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pic>
        <p:nvPicPr>
          <p:cNvPr id="27" name="그래픽 26"/>
          <p:cNvPicPr>
            <a:picLocks noChangeAspect="1"/>
          </p:cNvPicPr>
          <p:nvPr userDrawn="1"/>
        </p:nvPicPr>
        <p:blipFill>
          <a:blip r:embed="rId7">
            <a:extLst>
              <a:ext uri="{96DAC541-7B7A-43D3-8B79-37D633B846F1}">
                <asvg:svgBlip xmlns:asvg="http://schemas.microsoft.com/office/drawing/2016/SVG/main" r:embed="rId8"/>
              </a:ext>
            </a:extLst>
          </a:blip>
          <a:stretch>
            <a:fillRect/>
          </a:stretch>
        </p:blipFill>
        <p:spPr>
          <a:xfrm flipH="1" flipV="1">
            <a:off x="171223" y="495301"/>
            <a:ext cx="406400" cy="406400"/>
          </a:xfrm>
          <a:prstGeom prst="rect">
            <a:avLst/>
          </a:prstGeom>
        </p:spPr>
      </p:pic>
      <p:pic>
        <p:nvPicPr>
          <p:cNvPr id="28" name="그래픽 27"/>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flipV="1">
            <a:off x="0" y="0"/>
            <a:ext cx="3657600" cy="1828800"/>
          </a:xfrm>
          <a:prstGeom prst="rect">
            <a:avLst/>
          </a:prstGeom>
        </p:spPr>
      </p:pic>
      <p:pic>
        <p:nvPicPr>
          <p:cNvPr id="29" name="그래픽 28"/>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flipH="1" flipV="1">
            <a:off x="10597949" y="4840685"/>
            <a:ext cx="1143000" cy="1143000"/>
          </a:xfrm>
          <a:prstGeom prst="rect">
            <a:avLst/>
          </a:prstGeom>
        </p:spPr>
      </p:pic>
      <p:pic>
        <p:nvPicPr>
          <p:cNvPr id="30" name="그래픽 29"/>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flipH="1" flipV="1">
            <a:off x="10555086" y="6131719"/>
            <a:ext cx="885825" cy="295275"/>
          </a:xfrm>
          <a:prstGeom prst="rect">
            <a:avLst/>
          </a:prstGeom>
        </p:spPr>
      </p:pic>
      <p:pic>
        <p:nvPicPr>
          <p:cNvPr id="31" name="그래픽 30"/>
          <p:cNvPicPr>
            <a:picLocks noChangeAspect="1"/>
          </p:cNvPicPr>
          <p:nvPr userDrawn="1"/>
        </p:nvPicPr>
        <p:blipFill rotWithShape="1">
          <a:blip r:embed="rId9">
            <a:extLst>
              <a:ext uri="{96DAC541-7B7A-43D3-8B79-37D633B846F1}">
                <asvg:svgBlip xmlns:asvg="http://schemas.microsoft.com/office/drawing/2016/SVG/main" r:embed="rId10"/>
              </a:ext>
            </a:extLst>
          </a:blip>
          <a:srcRect b="50000"/>
          <a:stretch>
            <a:fillRect/>
          </a:stretch>
        </p:blipFill>
        <p:spPr>
          <a:xfrm flipH="1">
            <a:off x="8534400" y="5029200"/>
            <a:ext cx="3657600" cy="1828800"/>
          </a:xfrm>
          <a:prstGeom prst="rect">
            <a:avLst/>
          </a:prstGeom>
        </p:spPr>
      </p:pic>
      <p:pic>
        <p:nvPicPr>
          <p:cNvPr id="32" name="그래픽 31"/>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291444" y="4384674"/>
            <a:ext cx="342900" cy="2009775"/>
          </a:xfrm>
          <a:prstGeom prst="rect">
            <a:avLst/>
          </a:prstGeom>
        </p:spPr>
      </p:pic>
      <p:pic>
        <p:nvPicPr>
          <p:cNvPr id="33" name="그래픽 32"/>
          <p:cNvPicPr>
            <a:picLocks noChangeAspect="1"/>
          </p:cNvPicPr>
          <p:nvPr userDrawn="1"/>
        </p:nvPicPr>
        <p:blipFill>
          <a:blip r:embed="rId15">
            <a:extLst>
              <a:ext uri="{96DAC541-7B7A-43D3-8B79-37D633B846F1}">
                <asvg:svgBlip xmlns:asvg="http://schemas.microsoft.com/office/drawing/2016/SVG/main" r:embed="rId16"/>
              </a:ext>
            </a:extLst>
          </a:blip>
          <a:stretch>
            <a:fillRect/>
          </a:stretch>
        </p:blipFill>
        <p:spPr>
          <a:xfrm flipH="1" flipV="1">
            <a:off x="10997999" y="463551"/>
            <a:ext cx="342900" cy="2009775"/>
          </a:xfrm>
          <a:prstGeom prst="rect">
            <a:avLst/>
          </a:prstGeom>
        </p:spPr>
      </p:pic>
      <p:sp>
        <p:nvSpPr>
          <p:cNvPr id="14" name="그림 개체 틀 8"/>
          <p:cNvSpPr>
            <a:spLocks noGrp="1"/>
          </p:cNvSpPr>
          <p:nvPr>
            <p:ph type="pic" sz="quarter" idx="10"/>
          </p:nvPr>
        </p:nvSpPr>
        <p:spPr>
          <a:xfrm>
            <a:off x="4351001" y="1092200"/>
            <a:ext cx="6452466" cy="4267200"/>
          </a:xfrm>
          <a:prstGeom prst="roundRect">
            <a:avLst>
              <a:gd name="adj" fmla="val 2113"/>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defRPr/>
            </a:pPr>
            <a:r>
              <a:rPr lang="en-US" altLang="ko-KR" dirty="0"/>
              <a:t>Click icon to add picture</a:t>
            </a:r>
            <a:endParaRPr lang="ko-KR" altLang="en-US" dirty="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PPTMON slide">
    <p:spTree>
      <p:nvGrpSpPr>
        <p:cNvPr id="1" name=""/>
        <p:cNvGrpSpPr/>
        <p:nvPr/>
      </p:nvGrpSpPr>
      <p:grpSpPr>
        <a:xfrm>
          <a:off x="0" y="0"/>
          <a:ext cx="0" cy="0"/>
          <a:chOff x="0" y="0"/>
          <a:chExt cx="0" cy="0"/>
        </a:xfrm>
      </p:grpSpPr>
      <p:pic>
        <p:nvPicPr>
          <p:cNvPr id="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7" name="TextBox 6">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PPTMON custom">
    <p:bg>
      <p:bgPr>
        <a:solidFill>
          <a:schemeClr val="bg1"/>
        </a:solidFill>
        <a:effectLst/>
      </p:bgPr>
    </p:bg>
    <p:spTree>
      <p:nvGrpSpPr>
        <p:cNvPr id="1" name=""/>
        <p:cNvGrpSpPr/>
        <p:nvPr/>
      </p:nvGrpSpPr>
      <p:grpSpPr>
        <a:xfrm>
          <a:off x="0" y="0"/>
          <a:ext cx="0" cy="0"/>
          <a:chOff x="0" y="0"/>
          <a:chExt cx="0" cy="0"/>
        </a:xfrm>
      </p:grpSpPr>
      <p:pic>
        <p:nvPicPr>
          <p:cNvPr id="4" name="Graphic 3">
            <a:hlinkClick r:id="rId2"/>
          </p:cNvPr>
          <p:cNvPicPr>
            <a:picLocks noChangeAspect="1"/>
          </p:cNvPicPr>
          <p:nvPr userDrawn="1"/>
        </p:nvPicPr>
        <p:blipFill rotWithShape="1">
          <a:blip r:embed="rId3">
            <a:extLst>
              <a:ext uri="{96DAC541-7B7A-43D3-8B79-37D633B846F1}">
                <asvg:svgBlip xmlns:asvg="http://schemas.microsoft.com/office/drawing/2016/SVG/main" r:embed="rId4"/>
              </a:ext>
            </a:extLst>
          </a:blip>
          <a:srcRect l="29909"/>
          <a:stretch>
            <a:fillRect/>
          </a:stretch>
        </p:blipFill>
        <p:spPr>
          <a:xfrm>
            <a:off x="5771192" y="6873449"/>
            <a:ext cx="2239204" cy="246221"/>
          </a:xfrm>
          <a:prstGeom prst="rect">
            <a:avLst/>
          </a:prstGeom>
        </p:spPr>
      </p:pic>
      <p:sp>
        <p:nvSpPr>
          <p:cNvPr id="5" name="TextBox 4">
            <a:hlinkClick r:id="rId5"/>
          </p:cNvPr>
          <p:cNvSpPr txBox="1"/>
          <p:nvPr userDrawn="1"/>
        </p:nvSpPr>
        <p:spPr>
          <a:xfrm>
            <a:off x="4181605" y="6929170"/>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image" Target="../media/image1.png"/><Relationship Id="rId3" Type="http://schemas.openxmlformats.org/officeDocument/2006/relationships/slideLayout" Target="../slideLayouts/slideLayout27.xml"/><Relationship Id="rId21" Type="http://schemas.openxmlformats.org/officeDocument/2006/relationships/slideLayout" Target="../slideLayouts/slideLayout45.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theme" Target="../theme/theme2.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10" Type="http://schemas.openxmlformats.org/officeDocument/2006/relationships/slideLayout" Target="../slideLayouts/slideLayout34.xml"/><Relationship Id="rId19" Type="http://schemas.openxmlformats.org/officeDocument/2006/relationships/slideLayout" Target="../slideLayouts/slideLayout43.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image" Target="../media/image1.png"/><Relationship Id="rId3" Type="http://schemas.openxmlformats.org/officeDocument/2006/relationships/slideLayout" Target="../slideLayouts/slideLayout51.xml"/><Relationship Id="rId21" Type="http://schemas.openxmlformats.org/officeDocument/2006/relationships/slideLayout" Target="../slideLayouts/slideLayout69.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theme" Target="../theme/theme3.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20" Type="http://schemas.openxmlformats.org/officeDocument/2006/relationships/slideLayout" Target="../slideLayouts/slideLayout68.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0.xml"/><Relationship Id="rId13" Type="http://schemas.openxmlformats.org/officeDocument/2006/relationships/slideLayout" Target="../slideLayouts/slideLayout85.xml"/><Relationship Id="rId18" Type="http://schemas.openxmlformats.org/officeDocument/2006/relationships/slideLayout" Target="../slideLayouts/slideLayout90.xml"/><Relationship Id="rId26" Type="http://schemas.openxmlformats.org/officeDocument/2006/relationships/image" Target="../media/image1.png"/><Relationship Id="rId3" Type="http://schemas.openxmlformats.org/officeDocument/2006/relationships/slideLayout" Target="../slideLayouts/slideLayout75.xml"/><Relationship Id="rId21" Type="http://schemas.openxmlformats.org/officeDocument/2006/relationships/slideLayout" Target="../slideLayouts/slideLayout93.xml"/><Relationship Id="rId7" Type="http://schemas.openxmlformats.org/officeDocument/2006/relationships/slideLayout" Target="../slideLayouts/slideLayout79.xml"/><Relationship Id="rId12" Type="http://schemas.openxmlformats.org/officeDocument/2006/relationships/slideLayout" Target="../slideLayouts/slideLayout84.xml"/><Relationship Id="rId17" Type="http://schemas.openxmlformats.org/officeDocument/2006/relationships/slideLayout" Target="../slideLayouts/slideLayout89.xml"/><Relationship Id="rId25" Type="http://schemas.openxmlformats.org/officeDocument/2006/relationships/theme" Target="../theme/theme4.xml"/><Relationship Id="rId2" Type="http://schemas.openxmlformats.org/officeDocument/2006/relationships/slideLayout" Target="../slideLayouts/slideLayout74.xml"/><Relationship Id="rId16" Type="http://schemas.openxmlformats.org/officeDocument/2006/relationships/slideLayout" Target="../slideLayouts/slideLayout88.xml"/><Relationship Id="rId20" Type="http://schemas.openxmlformats.org/officeDocument/2006/relationships/slideLayout" Target="../slideLayouts/slideLayout92.xml"/><Relationship Id="rId1" Type="http://schemas.openxmlformats.org/officeDocument/2006/relationships/slideLayout" Target="../slideLayouts/slideLayout73.xml"/><Relationship Id="rId6" Type="http://schemas.openxmlformats.org/officeDocument/2006/relationships/slideLayout" Target="../slideLayouts/slideLayout78.xml"/><Relationship Id="rId11" Type="http://schemas.openxmlformats.org/officeDocument/2006/relationships/slideLayout" Target="../slideLayouts/slideLayout83.xml"/><Relationship Id="rId24" Type="http://schemas.openxmlformats.org/officeDocument/2006/relationships/slideLayout" Target="../slideLayouts/slideLayout96.xml"/><Relationship Id="rId5" Type="http://schemas.openxmlformats.org/officeDocument/2006/relationships/slideLayout" Target="../slideLayouts/slideLayout77.xml"/><Relationship Id="rId15" Type="http://schemas.openxmlformats.org/officeDocument/2006/relationships/slideLayout" Target="../slideLayouts/slideLayout87.xml"/><Relationship Id="rId23" Type="http://schemas.openxmlformats.org/officeDocument/2006/relationships/slideLayout" Target="../slideLayouts/slideLayout95.xml"/><Relationship Id="rId10" Type="http://schemas.openxmlformats.org/officeDocument/2006/relationships/slideLayout" Target="../slideLayouts/slideLayout82.xml"/><Relationship Id="rId19" Type="http://schemas.openxmlformats.org/officeDocument/2006/relationships/slideLayout" Target="../slideLayouts/slideLayout91.xml"/><Relationship Id="rId4" Type="http://schemas.openxmlformats.org/officeDocument/2006/relationships/slideLayout" Target="../slideLayouts/slideLayout76.xml"/><Relationship Id="rId9" Type="http://schemas.openxmlformats.org/officeDocument/2006/relationships/slideLayout" Target="../slideLayouts/slideLayout81.xml"/><Relationship Id="rId14" Type="http://schemas.openxmlformats.org/officeDocument/2006/relationships/slideLayout" Target="../slideLayouts/slideLayout86.xml"/><Relationship Id="rId22" Type="http://schemas.openxmlformats.org/officeDocument/2006/relationships/slideLayout" Target="../slideLayouts/slideLayout9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04.xml"/><Relationship Id="rId13" Type="http://schemas.openxmlformats.org/officeDocument/2006/relationships/slideLayout" Target="../slideLayouts/slideLayout109.xml"/><Relationship Id="rId18" Type="http://schemas.openxmlformats.org/officeDocument/2006/relationships/slideLayout" Target="../slideLayouts/slideLayout114.xml"/><Relationship Id="rId26" Type="http://schemas.openxmlformats.org/officeDocument/2006/relationships/image" Target="../media/image1.png"/><Relationship Id="rId3" Type="http://schemas.openxmlformats.org/officeDocument/2006/relationships/slideLayout" Target="../slideLayouts/slideLayout99.xml"/><Relationship Id="rId21" Type="http://schemas.openxmlformats.org/officeDocument/2006/relationships/slideLayout" Target="../slideLayouts/slideLayout117.xml"/><Relationship Id="rId7" Type="http://schemas.openxmlformats.org/officeDocument/2006/relationships/slideLayout" Target="../slideLayouts/slideLayout103.xml"/><Relationship Id="rId12" Type="http://schemas.openxmlformats.org/officeDocument/2006/relationships/slideLayout" Target="../slideLayouts/slideLayout108.xml"/><Relationship Id="rId17" Type="http://schemas.openxmlformats.org/officeDocument/2006/relationships/slideLayout" Target="../slideLayouts/slideLayout113.xml"/><Relationship Id="rId25" Type="http://schemas.openxmlformats.org/officeDocument/2006/relationships/theme" Target="../theme/theme5.xml"/><Relationship Id="rId2" Type="http://schemas.openxmlformats.org/officeDocument/2006/relationships/slideLayout" Target="../slideLayouts/slideLayout98.xml"/><Relationship Id="rId16" Type="http://schemas.openxmlformats.org/officeDocument/2006/relationships/slideLayout" Target="../slideLayouts/slideLayout112.xml"/><Relationship Id="rId20" Type="http://schemas.openxmlformats.org/officeDocument/2006/relationships/slideLayout" Target="../slideLayouts/slideLayout116.xml"/><Relationship Id="rId1" Type="http://schemas.openxmlformats.org/officeDocument/2006/relationships/slideLayout" Target="../slideLayouts/slideLayout97.xml"/><Relationship Id="rId6" Type="http://schemas.openxmlformats.org/officeDocument/2006/relationships/slideLayout" Target="../slideLayouts/slideLayout102.xml"/><Relationship Id="rId11" Type="http://schemas.openxmlformats.org/officeDocument/2006/relationships/slideLayout" Target="../slideLayouts/slideLayout107.xml"/><Relationship Id="rId24" Type="http://schemas.openxmlformats.org/officeDocument/2006/relationships/slideLayout" Target="../slideLayouts/slideLayout120.xml"/><Relationship Id="rId5" Type="http://schemas.openxmlformats.org/officeDocument/2006/relationships/slideLayout" Target="../slideLayouts/slideLayout101.xml"/><Relationship Id="rId15" Type="http://schemas.openxmlformats.org/officeDocument/2006/relationships/slideLayout" Target="../slideLayouts/slideLayout111.xml"/><Relationship Id="rId23" Type="http://schemas.openxmlformats.org/officeDocument/2006/relationships/slideLayout" Target="../slideLayouts/slideLayout119.xml"/><Relationship Id="rId10" Type="http://schemas.openxmlformats.org/officeDocument/2006/relationships/slideLayout" Target="../slideLayouts/slideLayout106.xml"/><Relationship Id="rId19" Type="http://schemas.openxmlformats.org/officeDocument/2006/relationships/slideLayout" Target="../slideLayouts/slideLayout115.xml"/><Relationship Id="rId4" Type="http://schemas.openxmlformats.org/officeDocument/2006/relationships/slideLayout" Target="../slideLayouts/slideLayout100.xml"/><Relationship Id="rId9" Type="http://schemas.openxmlformats.org/officeDocument/2006/relationships/slideLayout" Target="../slideLayouts/slideLayout105.xml"/><Relationship Id="rId14" Type="http://schemas.openxmlformats.org/officeDocument/2006/relationships/slideLayout" Target="../slideLayouts/slideLayout110.xml"/><Relationship Id="rId22" Type="http://schemas.openxmlformats.org/officeDocument/2006/relationships/slideLayout" Target="../slideLayouts/slideLayout1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6">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26">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26">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 id="2147483722" r:id="rId24"/>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1">
          <a:blip r:embed="rId26">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 id="2147483738" r:id="rId15"/>
    <p:sldLayoutId id="2147483739" r:id="rId16"/>
    <p:sldLayoutId id="2147483740" r:id="rId17"/>
    <p:sldLayoutId id="2147483741" r:id="rId18"/>
    <p:sldLayoutId id="2147483742" r:id="rId19"/>
    <p:sldLayoutId id="2147483743" r:id="rId20"/>
    <p:sldLayoutId id="2147483744" r:id="rId21"/>
    <p:sldLayoutId id="2147483745" r:id="rId22"/>
    <p:sldLayoutId id="2147483746" r:id="rId23"/>
    <p:sldLayoutId id="2147483747" r:id="rId24"/>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blipFill dpi="0" rotWithShape="1">
          <a:blip r:embed="rId26">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 id="2147483766" r:id="rId18"/>
    <p:sldLayoutId id="2147483767" r:id="rId19"/>
    <p:sldLayoutId id="2147483768" r:id="rId20"/>
    <p:sldLayoutId id="2147483769" r:id="rId21"/>
    <p:sldLayoutId id="2147483770" r:id="rId22"/>
    <p:sldLayoutId id="2147483771" r:id="rId23"/>
    <p:sldLayoutId id="2147483772" r:id="rId24"/>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5.xml"/><Relationship Id="rId1" Type="http://schemas.openxmlformats.org/officeDocument/2006/relationships/tags" Target="../tags/tag3.xml"/><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6.xml"/><Relationship Id="rId1" Type="http://schemas.openxmlformats.org/officeDocument/2006/relationships/tags" Target="../tags/tag4.xml"/><Relationship Id="rId4" Type="http://schemas.openxmlformats.org/officeDocument/2006/relationships/image" Target="../media/image1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tags" Target="../tags/tag7.xml"/><Relationship Id="rId7" Type="http://schemas.openxmlformats.org/officeDocument/2006/relationships/image" Target="../media/image17.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16.png"/><Relationship Id="rId5" Type="http://schemas.openxmlformats.org/officeDocument/2006/relationships/notesSlide" Target="../notesSlides/notesSlide2.xml"/><Relationship Id="rId4" Type="http://schemas.openxmlformats.org/officeDocument/2006/relationships/slideLayout" Target="../slideLayouts/slideLayout114.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0.xml"/><Relationship Id="rId7" Type="http://schemas.openxmlformats.org/officeDocument/2006/relationships/notesSlide" Target="../notesSlides/notesSlide3.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Layout" Target="../slideLayouts/slideLayout90.xml"/><Relationship Id="rId5" Type="http://schemas.openxmlformats.org/officeDocument/2006/relationships/tags" Target="../tags/tag12.xml"/><Relationship Id="rId10" Type="http://schemas.openxmlformats.org/officeDocument/2006/relationships/image" Target="../media/image21.png"/><Relationship Id="rId4" Type="http://schemas.openxmlformats.org/officeDocument/2006/relationships/tags" Target="../tags/tag11.xml"/><Relationship Id="rId9"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tags" Target="../tags/tag13.xml"/><Relationship Id="rId6" Type="http://schemas.openxmlformats.org/officeDocument/2006/relationships/image" Target="../media/image24.webp"/><Relationship Id="rId5" Type="http://schemas.openxmlformats.org/officeDocument/2006/relationships/image" Target="../media/image23.webp"/><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659765" y="240030"/>
            <a:ext cx="12924790" cy="3881755"/>
          </a:xfrm>
          <a:prstGeom prst="rect">
            <a:avLst/>
          </a:prstGeom>
        </p:spPr>
        <p:txBody>
          <a:bodyPr wrap="square" rtlCol="0" anchor="ctr" anchorCtr="0">
            <a:noAutofit/>
          </a:bodyPr>
          <a:lstStyle/>
          <a:p>
            <a:pPr algn="ctr"/>
            <a:r>
              <a:rPr lang="en-US" altLang="ko-KR" sz="6600" dirty="0">
                <a:solidFill>
                  <a:schemeClr val="bg1"/>
                </a:solidFill>
                <a:latin typeface="+mj-lt"/>
                <a:cs typeface="Arial" panose="020B0604020202020204" pitchFamily="34" charset="0"/>
              </a:rPr>
              <a:t>Exploring the Art of</a:t>
            </a:r>
          </a:p>
          <a:p>
            <a:pPr algn="ctr"/>
            <a:r>
              <a:rPr lang="en-US" altLang="ko-KR" sz="6600" dirty="0">
                <a:solidFill>
                  <a:schemeClr val="bg1"/>
                </a:solidFill>
                <a:latin typeface="+mj-lt"/>
                <a:cs typeface="Arial" panose="020B0604020202020204" pitchFamily="34" charset="0"/>
              </a:rPr>
              <a:t>Language</a:t>
            </a:r>
          </a:p>
        </p:txBody>
      </p:sp>
      <p:sp>
        <p:nvSpPr>
          <p:cNvPr id="7" name="TextBox 6"/>
          <p:cNvSpPr txBox="1"/>
          <p:nvPr/>
        </p:nvSpPr>
        <p:spPr>
          <a:xfrm>
            <a:off x="1758215" y="3110807"/>
            <a:ext cx="8675570" cy="1014730"/>
          </a:xfrm>
          <a:prstGeom prst="rect">
            <a:avLst/>
          </a:prstGeom>
          <a:noFill/>
        </p:spPr>
        <p:txBody>
          <a:bodyPr wrap="square" rtlCol="0" anchor="ctr" anchorCtr="0">
            <a:spAutoFit/>
          </a:bodyPr>
          <a:lstStyle/>
          <a:p>
            <a:pPr algn="ctr"/>
            <a:r>
              <a:rPr lang="en-US" altLang="ko-KR" sz="2000" dirty="0">
                <a:solidFill>
                  <a:schemeClr val="bg1"/>
                </a:solidFill>
                <a:cs typeface="Arial" panose="020B0604020202020204" pitchFamily="34" charset="0"/>
              </a:rPr>
              <a:t>Harnessing Machine</a:t>
            </a:r>
          </a:p>
          <a:p>
            <a:pPr algn="ctr"/>
            <a:r>
              <a:rPr lang="en-US" altLang="ko-KR" sz="2000" dirty="0">
                <a:solidFill>
                  <a:schemeClr val="bg1"/>
                </a:solidFill>
                <a:cs typeface="Arial" panose="020B0604020202020204" pitchFamily="34" charset="0"/>
              </a:rPr>
              <a:t>Learning for Automatic Poetry</a:t>
            </a:r>
          </a:p>
          <a:p>
            <a:pPr algn="ctr"/>
            <a:r>
              <a:rPr lang="en-US" altLang="ko-KR" sz="2000" dirty="0">
                <a:solidFill>
                  <a:schemeClr val="bg1"/>
                </a:solidFill>
                <a:cs typeface="Arial" panose="020B0604020202020204" pitchFamily="34" charset="0"/>
              </a:rPr>
              <a:t>Generation</a:t>
            </a:r>
          </a:p>
        </p:txBody>
      </p:sp>
      <p:sp>
        <p:nvSpPr>
          <p:cNvPr id="8" name="사각형: 둥근 모서리 7"/>
          <p:cNvSpPr/>
          <p:nvPr/>
        </p:nvSpPr>
        <p:spPr>
          <a:xfrm>
            <a:off x="4503427" y="4495224"/>
            <a:ext cx="3185148" cy="450327"/>
          </a:xfrm>
          <a:prstGeom prst="roundRect">
            <a:avLst>
              <a:gd name="adj" fmla="val 5000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altLang="ko-KR" dirty="0">
                <a:solidFill>
                  <a:srgbClr val="0F0C1C"/>
                </a:solidFill>
              </a:rPr>
              <a:t>14/12/2023</a:t>
            </a:r>
          </a:p>
        </p:txBody>
      </p:sp>
      <p:sp>
        <p:nvSpPr>
          <p:cNvPr id="2" name="TextBox 6"/>
          <p:cNvSpPr txBox="1"/>
          <p:nvPr>
            <p:custDataLst>
              <p:tags r:id="rId1"/>
            </p:custDataLst>
          </p:nvPr>
        </p:nvSpPr>
        <p:spPr>
          <a:xfrm>
            <a:off x="1885215" y="5468880"/>
            <a:ext cx="8675570" cy="706755"/>
          </a:xfrm>
          <a:prstGeom prst="rect">
            <a:avLst/>
          </a:prstGeom>
          <a:noFill/>
        </p:spPr>
        <p:txBody>
          <a:bodyPr wrap="square" rtlCol="0" anchor="ctr" anchorCtr="0">
            <a:spAutoFit/>
          </a:bodyPr>
          <a:lstStyle/>
          <a:p>
            <a:pPr algn="ctr"/>
            <a:r>
              <a:rPr lang="en-US" altLang="ko-KR" sz="2000" dirty="0">
                <a:solidFill>
                  <a:schemeClr val="bg1"/>
                </a:solidFill>
                <a:cs typeface="Arial" panose="020B0604020202020204" pitchFamily="34" charset="0"/>
              </a:rPr>
              <a:t>Name:zhu yanyan</a:t>
            </a:r>
          </a:p>
          <a:p>
            <a:pPr algn="ctr"/>
            <a:r>
              <a:rPr lang="en-US" altLang="ko-KR" sz="2000" dirty="0">
                <a:solidFill>
                  <a:schemeClr val="bg1"/>
                </a:solidFill>
                <a:cs typeface="Arial" panose="020B0604020202020204" pitchFamily="34" charset="0"/>
              </a:rPr>
              <a:t>Supervisor:Zhiyao Liang</a:t>
            </a:r>
          </a:p>
        </p:txBody>
      </p:sp>
      <p:sp>
        <p:nvSpPr>
          <p:cNvPr id="4" name="文本框 3"/>
          <p:cNvSpPr txBox="1"/>
          <p:nvPr/>
        </p:nvSpPr>
        <p:spPr>
          <a:xfrm>
            <a:off x="4191000" y="4121785"/>
            <a:ext cx="4064000" cy="275590"/>
          </a:xfrm>
          <a:prstGeom prst="rect">
            <a:avLst/>
          </a:prstGeom>
          <a:noFill/>
        </p:spPr>
        <p:txBody>
          <a:bodyPr wrap="square" rtlCol="0">
            <a:spAutoFit/>
          </a:bodyPr>
          <a:lstStyle/>
          <a:p>
            <a:pPr algn="ctr"/>
            <a:r>
              <a:rPr lang="zh-CN" altLang="en-US" sz="1200">
                <a:solidFill>
                  <a:schemeClr val="bg1"/>
                </a:solidFill>
              </a:rPr>
              <a:t>mid-term oral examination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4" name="图片占位符 3"/>
          <p:cNvPicPr>
            <a:picLocks noGrp="1" noChangeAspect="1"/>
          </p:cNvPicPr>
          <p:nvPr>
            <p:ph type="pic" sz="quarter" idx="10"/>
            <p:custDataLst>
              <p:tags r:id="rId1"/>
            </p:custDataLst>
          </p:nvPr>
        </p:nvPicPr>
        <p:blipFill>
          <a:blip r:embed="rId4"/>
          <a:stretch>
            <a:fillRect/>
          </a:stretch>
        </p:blipFill>
        <p:spPr>
          <a:xfrm>
            <a:off x="4125595" y="0"/>
            <a:ext cx="8066405" cy="6858000"/>
          </a:xfrm>
          <a:prstGeom prst="rect">
            <a:avLst/>
          </a:prstGeom>
          <a:pattFill prst="pct10">
            <a:fgClr>
              <a:schemeClr val="bg1">
                <a:lumMod val="75000"/>
              </a:schemeClr>
            </a:fgClr>
            <a:bgClr>
              <a:schemeClr val="bg1">
                <a:lumMod val="95000"/>
              </a:schemeClr>
            </a:bgClr>
          </a:pattFill>
          <a:effectLst>
            <a:innerShdw blurRad="215900" dist="50800" dir="10800000">
              <a:prstClr val="black">
                <a:alpha val="100000"/>
              </a:prstClr>
            </a:innerShdw>
          </a:effectLst>
        </p:spPr>
      </p:pic>
      <p:sp>
        <p:nvSpPr>
          <p:cNvPr id="16" name="TextBox 15"/>
          <p:cNvSpPr txBox="1"/>
          <p:nvPr/>
        </p:nvSpPr>
        <p:spPr>
          <a:xfrm>
            <a:off x="1485860" y="4234965"/>
            <a:ext cx="2750783" cy="1076325"/>
          </a:xfrm>
          <a:prstGeom prst="rect">
            <a:avLst/>
          </a:prstGeom>
          <a:noFill/>
        </p:spPr>
        <p:txBody>
          <a:bodyPr wrap="square" rtlCol="0">
            <a:spAutoFit/>
          </a:bodyPr>
          <a:lstStyle/>
          <a:p>
            <a:pPr marL="171450" indent="-171450">
              <a:buFont typeface="Wingdings" panose="05000000000000000000" pitchFamily="2" charset="2"/>
              <a:buChar char="§"/>
            </a:pPr>
            <a:r>
              <a:rPr lang="en-US" altLang="ko-KR" sz="1600" dirty="0">
                <a:solidFill>
                  <a:schemeClr val="bg1"/>
                </a:solidFill>
              </a:rPr>
              <a:t>what is NLP?</a:t>
            </a:r>
          </a:p>
          <a:p>
            <a:pPr marL="171450" indent="-171450">
              <a:buFont typeface="Wingdings" panose="05000000000000000000" pitchFamily="2" charset="2"/>
              <a:buChar char="§"/>
            </a:pPr>
            <a:r>
              <a:rPr lang="en-US" altLang="ko-KR" sz="1600" dirty="0">
                <a:solidFill>
                  <a:schemeClr val="bg1"/>
                </a:solidFill>
              </a:rPr>
              <a:t>How to make a Chinese poetry generation model</a:t>
            </a:r>
          </a:p>
        </p:txBody>
      </p:sp>
      <p:sp>
        <p:nvSpPr>
          <p:cNvPr id="17" name="직사각형 16"/>
          <p:cNvSpPr/>
          <p:nvPr/>
        </p:nvSpPr>
        <p:spPr>
          <a:xfrm>
            <a:off x="1485859" y="3532977"/>
            <a:ext cx="2750783" cy="521970"/>
          </a:xfrm>
          <a:prstGeom prst="rect">
            <a:avLst/>
          </a:prstGeom>
        </p:spPr>
        <p:txBody>
          <a:bodyPr wrap="square">
            <a:spAutoFit/>
          </a:bodyPr>
          <a:lstStyle/>
          <a:p>
            <a:r>
              <a:rPr lang="en-US" altLang="ko-KR" sz="2800" dirty="0">
                <a:solidFill>
                  <a:schemeClr val="bg1"/>
                </a:solidFill>
                <a:latin typeface="+mj-lt"/>
              </a:rPr>
              <a:t>introduction</a:t>
            </a:r>
          </a:p>
        </p:txBody>
      </p:sp>
      <p:sp>
        <p:nvSpPr>
          <p:cNvPr id="18" name="직사각형 17"/>
          <p:cNvSpPr/>
          <p:nvPr/>
        </p:nvSpPr>
        <p:spPr>
          <a:xfrm>
            <a:off x="1485859" y="3009757"/>
            <a:ext cx="943678" cy="523220"/>
          </a:xfrm>
          <a:prstGeom prst="rect">
            <a:avLst/>
          </a:prstGeom>
        </p:spPr>
        <p:txBody>
          <a:bodyPr wrap="square">
            <a:spAutoFit/>
          </a:bodyPr>
          <a:lstStyle/>
          <a:p>
            <a:r>
              <a:rPr lang="en-US" altLang="ko-KR" sz="2800" dirty="0">
                <a:solidFill>
                  <a:schemeClr val="bg1"/>
                </a:solidFill>
                <a:latin typeface="+mj-lt"/>
              </a:rPr>
              <a:t>01</a:t>
            </a:r>
            <a:endParaRPr lang="ko-KR" altLang="en-US" sz="2800" dirty="0">
              <a:solidFill>
                <a:schemeClr val="bg1"/>
              </a:solidFill>
              <a:latin typeface="+mj-lt"/>
            </a:endParaRPr>
          </a:p>
        </p:txBody>
      </p:sp>
      <p:sp>
        <p:nvSpPr>
          <p:cNvPr id="19" name="TextBox 18"/>
          <p:cNvSpPr txBox="1"/>
          <p:nvPr/>
        </p:nvSpPr>
        <p:spPr>
          <a:xfrm>
            <a:off x="4720609" y="4539765"/>
            <a:ext cx="2750783" cy="583565"/>
          </a:xfrm>
          <a:prstGeom prst="rect">
            <a:avLst/>
          </a:prstGeom>
          <a:noFill/>
        </p:spPr>
        <p:txBody>
          <a:bodyPr wrap="square" rtlCol="0">
            <a:spAutoFit/>
          </a:bodyPr>
          <a:lstStyle/>
          <a:p>
            <a:pPr marL="171450" indent="-171450">
              <a:buFont typeface="Wingdings" panose="05000000000000000000" pitchFamily="2" charset="2"/>
              <a:buChar char="§"/>
            </a:pPr>
            <a:r>
              <a:rPr lang="en-US" altLang="ko-KR" sz="1600">
                <a:solidFill>
                  <a:schemeClr val="bg1"/>
                </a:solidFill>
              </a:rPr>
              <a:t>thesis analysis</a:t>
            </a:r>
          </a:p>
          <a:p>
            <a:pPr marL="171450" indent="-171450">
              <a:buFont typeface="Wingdings" panose="05000000000000000000" pitchFamily="2" charset="2"/>
              <a:buChar char="§"/>
            </a:pPr>
            <a:r>
              <a:rPr lang="en-US" altLang="ko-KR" sz="1600">
                <a:solidFill>
                  <a:schemeClr val="bg1"/>
                </a:solidFill>
              </a:rPr>
              <a:t>project analysis</a:t>
            </a:r>
          </a:p>
        </p:txBody>
      </p:sp>
      <p:sp>
        <p:nvSpPr>
          <p:cNvPr id="21" name="직사각형 20"/>
          <p:cNvSpPr/>
          <p:nvPr/>
        </p:nvSpPr>
        <p:spPr>
          <a:xfrm>
            <a:off x="4720608" y="3532977"/>
            <a:ext cx="2750783" cy="953135"/>
          </a:xfrm>
          <a:prstGeom prst="rect">
            <a:avLst/>
          </a:prstGeom>
        </p:spPr>
        <p:txBody>
          <a:bodyPr wrap="square">
            <a:spAutoFit/>
          </a:bodyPr>
          <a:lstStyle/>
          <a:p>
            <a:r>
              <a:rPr lang="en-US" altLang="ko-KR" sz="2800" dirty="0">
                <a:solidFill>
                  <a:schemeClr val="bg1"/>
                </a:solidFill>
                <a:latin typeface="+mj-lt"/>
              </a:rPr>
              <a:t> Preliminary Experimental Results</a:t>
            </a:r>
          </a:p>
        </p:txBody>
      </p:sp>
      <p:sp>
        <p:nvSpPr>
          <p:cNvPr id="22" name="직사각형 21"/>
          <p:cNvSpPr/>
          <p:nvPr/>
        </p:nvSpPr>
        <p:spPr>
          <a:xfrm>
            <a:off x="4720608" y="3009757"/>
            <a:ext cx="943678" cy="523220"/>
          </a:xfrm>
          <a:prstGeom prst="rect">
            <a:avLst/>
          </a:prstGeom>
        </p:spPr>
        <p:txBody>
          <a:bodyPr wrap="square">
            <a:spAutoFit/>
          </a:bodyPr>
          <a:lstStyle/>
          <a:p>
            <a:r>
              <a:rPr lang="en-US" altLang="ko-KR" sz="2800" dirty="0">
                <a:solidFill>
                  <a:schemeClr val="bg1"/>
                </a:solidFill>
                <a:latin typeface="+mj-lt"/>
              </a:rPr>
              <a:t>02</a:t>
            </a:r>
            <a:endParaRPr lang="ko-KR" altLang="en-US" sz="2800" dirty="0">
              <a:solidFill>
                <a:schemeClr val="bg1"/>
              </a:solidFill>
              <a:latin typeface="+mj-lt"/>
            </a:endParaRPr>
          </a:p>
        </p:txBody>
      </p:sp>
      <p:sp>
        <p:nvSpPr>
          <p:cNvPr id="26" name="TextBox 25"/>
          <p:cNvSpPr txBox="1"/>
          <p:nvPr/>
        </p:nvSpPr>
        <p:spPr>
          <a:xfrm>
            <a:off x="7955358" y="4234965"/>
            <a:ext cx="2750783" cy="583565"/>
          </a:xfrm>
          <a:prstGeom prst="rect">
            <a:avLst/>
          </a:prstGeom>
          <a:noFill/>
        </p:spPr>
        <p:txBody>
          <a:bodyPr wrap="square" rtlCol="0">
            <a:spAutoFit/>
          </a:bodyPr>
          <a:lstStyle/>
          <a:p>
            <a:pPr marL="171450" indent="-171450">
              <a:buFont typeface="Wingdings" panose="05000000000000000000" pitchFamily="2" charset="2"/>
              <a:buChar char="§"/>
            </a:pPr>
            <a:r>
              <a:rPr lang="en-US" altLang="ko-KR" sz="1600" dirty="0">
                <a:solidFill>
                  <a:schemeClr val="bg1"/>
                </a:solidFill>
              </a:rPr>
              <a:t>project plan</a:t>
            </a:r>
          </a:p>
          <a:p>
            <a:pPr marL="171450" indent="-171450">
              <a:buFont typeface="Wingdings" panose="05000000000000000000" pitchFamily="2" charset="2"/>
              <a:buChar char="§"/>
            </a:pPr>
            <a:r>
              <a:rPr lang="en-US" altLang="ko-KR" sz="1600" dirty="0">
                <a:solidFill>
                  <a:schemeClr val="bg1"/>
                </a:solidFill>
              </a:rPr>
              <a:t>ongoing work</a:t>
            </a:r>
          </a:p>
        </p:txBody>
      </p:sp>
      <p:sp>
        <p:nvSpPr>
          <p:cNvPr id="27" name="직사각형 26"/>
          <p:cNvSpPr/>
          <p:nvPr/>
        </p:nvSpPr>
        <p:spPr>
          <a:xfrm>
            <a:off x="7955357" y="3532977"/>
            <a:ext cx="2750783" cy="521970"/>
          </a:xfrm>
          <a:prstGeom prst="rect">
            <a:avLst/>
          </a:prstGeom>
        </p:spPr>
        <p:txBody>
          <a:bodyPr wrap="square">
            <a:spAutoFit/>
          </a:bodyPr>
          <a:lstStyle/>
          <a:p>
            <a:r>
              <a:rPr lang="en-US" altLang="ko-KR" sz="2800" dirty="0">
                <a:solidFill>
                  <a:schemeClr val="bg1"/>
                </a:solidFill>
                <a:latin typeface="+mj-lt"/>
              </a:rPr>
              <a:t>future plan</a:t>
            </a:r>
            <a:endParaRPr lang="ko-KR" altLang="en-US" sz="2800" dirty="0">
              <a:solidFill>
                <a:schemeClr val="bg1"/>
              </a:solidFill>
              <a:latin typeface="+mj-lt"/>
            </a:endParaRPr>
          </a:p>
        </p:txBody>
      </p:sp>
      <p:sp>
        <p:nvSpPr>
          <p:cNvPr id="28" name="직사각형 27"/>
          <p:cNvSpPr/>
          <p:nvPr/>
        </p:nvSpPr>
        <p:spPr>
          <a:xfrm>
            <a:off x="7955357" y="3009757"/>
            <a:ext cx="943678" cy="523220"/>
          </a:xfrm>
          <a:prstGeom prst="rect">
            <a:avLst/>
          </a:prstGeom>
        </p:spPr>
        <p:txBody>
          <a:bodyPr wrap="square">
            <a:spAutoFit/>
          </a:bodyPr>
          <a:lstStyle/>
          <a:p>
            <a:r>
              <a:rPr lang="en-US" altLang="ko-KR" sz="2800" dirty="0">
                <a:solidFill>
                  <a:schemeClr val="bg1"/>
                </a:solidFill>
                <a:latin typeface="+mj-lt"/>
              </a:rPr>
              <a:t>03</a:t>
            </a:r>
            <a:endParaRPr lang="ko-KR" altLang="en-US" sz="2800" dirty="0">
              <a:solidFill>
                <a:schemeClr val="bg1"/>
              </a:solidFill>
              <a:latin typeface="+mj-lt"/>
            </a:endParaRPr>
          </a:p>
        </p:txBody>
      </p:sp>
      <p:sp>
        <p:nvSpPr>
          <p:cNvPr id="29" name="직사각형 28"/>
          <p:cNvSpPr/>
          <p:nvPr/>
        </p:nvSpPr>
        <p:spPr>
          <a:xfrm>
            <a:off x="684853" y="502543"/>
            <a:ext cx="2885661" cy="707886"/>
          </a:xfrm>
          <a:prstGeom prst="rect">
            <a:avLst/>
          </a:prstGeom>
        </p:spPr>
        <p:txBody>
          <a:bodyPr wrap="square" anchor="ctr" anchorCtr="0">
            <a:spAutoFit/>
          </a:bodyPr>
          <a:lstStyle/>
          <a:p>
            <a:r>
              <a:rPr lang="en-US" altLang="ko-KR" sz="4000" dirty="0">
                <a:solidFill>
                  <a:schemeClr val="bg1"/>
                </a:solidFill>
                <a:latin typeface="+mj-lt"/>
              </a:rPr>
              <a:t>Contents</a:t>
            </a:r>
            <a:endParaRPr lang="ko-KR" altLang="en-US" sz="4000" dirty="0">
              <a:solidFill>
                <a:schemeClr val="bg1"/>
              </a:solidFill>
              <a:latin typeface="+mj-l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2310090" y="3014028"/>
            <a:ext cx="3900210" cy="829945"/>
          </a:xfrm>
          <a:prstGeom prst="rect">
            <a:avLst/>
          </a:prstGeom>
        </p:spPr>
        <p:txBody>
          <a:bodyPr wrap="square" anchor="ctr" anchorCtr="0">
            <a:spAutoFit/>
          </a:bodyPr>
          <a:lstStyle/>
          <a:p>
            <a:r>
              <a:rPr lang="en-US" altLang="ko-KR" sz="4800" dirty="0">
                <a:solidFill>
                  <a:schemeClr val="bg1"/>
                </a:solidFill>
                <a:latin typeface="+mj-lt"/>
              </a:rPr>
              <a:t>introduction</a:t>
            </a:r>
          </a:p>
        </p:txBody>
      </p:sp>
      <p:sp>
        <p:nvSpPr>
          <p:cNvPr id="4" name="직사각형 3"/>
          <p:cNvSpPr/>
          <p:nvPr/>
        </p:nvSpPr>
        <p:spPr>
          <a:xfrm>
            <a:off x="6210300" y="2705725"/>
            <a:ext cx="2374900" cy="1446550"/>
          </a:xfrm>
          <a:prstGeom prst="rect">
            <a:avLst/>
          </a:prstGeom>
        </p:spPr>
        <p:txBody>
          <a:bodyPr wrap="square" anchor="ctr" anchorCtr="0">
            <a:spAutoFit/>
          </a:bodyPr>
          <a:lstStyle/>
          <a:p>
            <a:r>
              <a:rPr lang="en-US" altLang="ko-KR" sz="8800" dirty="0">
                <a:solidFill>
                  <a:schemeClr val="bg1"/>
                </a:solidFill>
                <a:latin typeface="+mj-lt"/>
              </a:rPr>
              <a:t>01.</a:t>
            </a:r>
            <a:endParaRPr lang="ko-KR" altLang="en-US" sz="8800" dirty="0">
              <a:solidFill>
                <a:schemeClr val="bg1"/>
              </a:solidFill>
              <a:latin typeface="+mj-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그림 개체 틀 1"/>
          <p:cNvSpPr>
            <a:spLocks noGrp="1"/>
          </p:cNvSpPr>
          <p:nvPr>
            <p:ph type="pic" sz="quarter" idx="11"/>
          </p:nvPr>
        </p:nvSpPr>
        <p:spPr/>
      </p:sp>
      <p:sp>
        <p:nvSpPr>
          <p:cNvPr id="86" name="TextBox 85"/>
          <p:cNvSpPr txBox="1"/>
          <p:nvPr/>
        </p:nvSpPr>
        <p:spPr>
          <a:xfrm>
            <a:off x="1306286" y="3443766"/>
            <a:ext cx="5372100" cy="583565"/>
          </a:xfrm>
          <a:prstGeom prst="rect">
            <a:avLst/>
          </a:prstGeom>
          <a:noFill/>
        </p:spPr>
        <p:txBody>
          <a:bodyPr wrap="square" rtlCol="0" anchor="ctr" anchorCtr="0">
            <a:spAutoFit/>
          </a:bodyPr>
          <a:lstStyle>
            <a:defPPr>
              <a:defRPr lang="ko-KR"/>
            </a:defPPr>
            <a:lvl1pPr algn="ctr">
              <a:defRPr sz="3200">
                <a:solidFill>
                  <a:srgbClr val="141A72"/>
                </a:solidFill>
                <a:latin typeface="+mj-lt"/>
                <a:cs typeface="Arial" panose="020B0604020202020204" pitchFamily="34" charset="0"/>
              </a:defRPr>
            </a:lvl1pPr>
          </a:lstStyle>
          <a:p>
            <a:pPr algn="l"/>
            <a:r>
              <a:rPr lang="en-US" altLang="ko-KR" dirty="0">
                <a:solidFill>
                  <a:schemeClr val="bg1"/>
                </a:solidFill>
              </a:rPr>
              <a:t>what is NLP ?</a:t>
            </a:r>
            <a:endParaRPr lang="ko-KR" altLang="en-US" dirty="0">
              <a:solidFill>
                <a:schemeClr val="bg1"/>
              </a:solidFill>
            </a:endParaRPr>
          </a:p>
        </p:txBody>
      </p:sp>
      <p:sp>
        <p:nvSpPr>
          <p:cNvPr id="87" name="TextBox 86"/>
          <p:cNvSpPr txBox="1"/>
          <p:nvPr/>
        </p:nvSpPr>
        <p:spPr>
          <a:xfrm>
            <a:off x="1367716" y="4196259"/>
            <a:ext cx="4802427" cy="737235"/>
          </a:xfrm>
          <a:prstGeom prst="rect">
            <a:avLst/>
          </a:prstGeom>
          <a:noFill/>
        </p:spPr>
        <p:txBody>
          <a:bodyPr wrap="square" rtlCol="0" anchor="ctr" anchorCtr="0">
            <a:spAutoFit/>
          </a:bodyPr>
          <a:lstStyle>
            <a:defPPr>
              <a:defRPr lang="ko-KR"/>
            </a:defPPr>
            <a:lvl1pPr>
              <a:defRPr sz="1400">
                <a:solidFill>
                  <a:srgbClr val="1E292E"/>
                </a:solidFill>
              </a:defRPr>
            </a:lvl1pPr>
          </a:lstStyle>
          <a:p>
            <a:r>
              <a:rPr lang="en-US" altLang="ko-KR">
                <a:solidFill>
                  <a:schemeClr val="bg1"/>
                </a:solidFill>
              </a:rPr>
              <a:t>Natural language processing (NLP) is a complex technology involving multiple fields that combines computer science, artificial intelligence, and linguistics.</a:t>
            </a:r>
          </a:p>
        </p:txBody>
      </p:sp>
      <p:sp>
        <p:nvSpPr>
          <p:cNvPr id="91" name="직사각형 90"/>
          <p:cNvSpPr/>
          <p:nvPr/>
        </p:nvSpPr>
        <p:spPr>
          <a:xfrm>
            <a:off x="6445804" y="3443444"/>
            <a:ext cx="4792021" cy="829945"/>
          </a:xfrm>
          <a:prstGeom prst="rect">
            <a:avLst/>
          </a:prstGeom>
        </p:spPr>
        <p:txBody>
          <a:bodyPr wrap="square" anchor="ctr" anchorCtr="0">
            <a:spAutoFit/>
          </a:bodyPr>
          <a:lstStyle/>
          <a:p>
            <a:r>
              <a:rPr lang="en-US" altLang="ko-KR" sz="2400" dirty="0">
                <a:solidFill>
                  <a:schemeClr val="bg1"/>
                </a:solidFill>
                <a:latin typeface="+mj-lt"/>
              </a:rPr>
              <a:t>how to  implement a Chinese text generation mode?</a:t>
            </a:r>
          </a:p>
        </p:txBody>
      </p:sp>
      <p:pic>
        <p:nvPicPr>
          <p:cNvPr id="101" name="图片 100"/>
          <p:cNvPicPr/>
          <p:nvPr/>
        </p:nvPicPr>
        <p:blipFill>
          <a:blip r:embed="rId4"/>
          <a:stretch>
            <a:fillRect/>
          </a:stretch>
        </p:blipFill>
        <p:spPr>
          <a:xfrm>
            <a:off x="-86360" y="0"/>
            <a:ext cx="12278360" cy="1982470"/>
          </a:xfrm>
          <a:prstGeom prst="rect">
            <a:avLst/>
          </a:prstGeom>
          <a:noFill/>
          <a:ln w="9525">
            <a:noFill/>
          </a:ln>
          <a:effectLst>
            <a:innerShdw blurRad="63500" dist="50800" dir="2700000">
              <a:prstClr val="black">
                <a:alpha val="84000"/>
              </a:prstClr>
            </a:innerShdw>
          </a:effectLst>
        </p:spPr>
      </p:pic>
      <p:sp>
        <p:nvSpPr>
          <p:cNvPr id="4" name="TextBox 86"/>
          <p:cNvSpPr txBox="1"/>
          <p:nvPr>
            <p:custDataLst>
              <p:tags r:id="rId1"/>
            </p:custDataLst>
          </p:nvPr>
        </p:nvSpPr>
        <p:spPr>
          <a:xfrm>
            <a:off x="6445811" y="4235947"/>
            <a:ext cx="4802427" cy="1168400"/>
          </a:xfrm>
          <a:prstGeom prst="rect">
            <a:avLst/>
          </a:prstGeom>
          <a:noFill/>
        </p:spPr>
        <p:txBody>
          <a:bodyPr wrap="square" rtlCol="0" anchor="ctr" anchorCtr="0">
            <a:spAutoFit/>
          </a:bodyPr>
          <a:lstStyle>
            <a:defPPr>
              <a:defRPr lang="ko-KR"/>
            </a:defPPr>
            <a:lvl1pPr>
              <a:defRPr sz="1400">
                <a:solidFill>
                  <a:srgbClr val="1E292E"/>
                </a:solidFill>
              </a:defRPr>
            </a:lvl1pPr>
          </a:lstStyle>
          <a:p>
            <a:r>
              <a:rPr lang="en-US" altLang="ko-KR">
                <a:solidFill>
                  <a:schemeClr val="bg1"/>
                </a:solidFill>
              </a:rPr>
              <a:t>• Model Development</a:t>
            </a:r>
          </a:p>
          <a:p>
            <a:r>
              <a:rPr lang="en-US" altLang="ko-KR">
                <a:solidFill>
                  <a:schemeClr val="bg1"/>
                </a:solidFill>
              </a:rPr>
              <a:t>• Data Collection and Preprocessing</a:t>
            </a:r>
          </a:p>
          <a:p>
            <a:r>
              <a:rPr lang="en-US" altLang="ko-KR">
                <a:solidFill>
                  <a:schemeClr val="bg1"/>
                </a:solidFill>
              </a:rPr>
              <a:t>• Model Training</a:t>
            </a:r>
          </a:p>
          <a:p>
            <a:r>
              <a:rPr lang="en-US" altLang="ko-KR">
                <a:solidFill>
                  <a:schemeClr val="bg1"/>
                </a:solidFill>
              </a:rPr>
              <a:t>• Model Evaluation</a:t>
            </a:r>
          </a:p>
          <a:p>
            <a:r>
              <a:rPr lang="en-US" altLang="ko-KR">
                <a:solidFill>
                  <a:schemeClr val="bg1"/>
                </a:solidFill>
              </a:rPr>
              <a:t>• Improvement and Adjustment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2310090" y="2644776"/>
            <a:ext cx="3900210" cy="1568450"/>
          </a:xfrm>
          <a:prstGeom prst="rect">
            <a:avLst/>
          </a:prstGeom>
        </p:spPr>
        <p:txBody>
          <a:bodyPr wrap="square" anchor="ctr" anchorCtr="0">
            <a:spAutoFit/>
          </a:bodyPr>
          <a:lstStyle/>
          <a:p>
            <a:r>
              <a:rPr lang="en-US" altLang="ko-KR" sz="4800" dirty="0">
                <a:solidFill>
                  <a:schemeClr val="bg1"/>
                </a:solidFill>
                <a:latin typeface="+mj-lt"/>
              </a:rPr>
              <a:t> Preliminary Experimental Results</a:t>
            </a:r>
          </a:p>
        </p:txBody>
      </p:sp>
      <p:sp>
        <p:nvSpPr>
          <p:cNvPr id="4" name="직사각형 3"/>
          <p:cNvSpPr/>
          <p:nvPr/>
        </p:nvSpPr>
        <p:spPr>
          <a:xfrm>
            <a:off x="6210300" y="2706370"/>
            <a:ext cx="2374900" cy="1445260"/>
          </a:xfrm>
          <a:prstGeom prst="rect">
            <a:avLst/>
          </a:prstGeom>
        </p:spPr>
        <p:txBody>
          <a:bodyPr wrap="square" anchor="ctr" anchorCtr="0">
            <a:spAutoFit/>
          </a:bodyPr>
          <a:lstStyle/>
          <a:p>
            <a:r>
              <a:rPr lang="en-US" altLang="ko-KR" sz="8800" dirty="0">
                <a:solidFill>
                  <a:schemeClr val="bg1"/>
                </a:solidFill>
                <a:latin typeface="+mj-lt"/>
              </a:rPr>
              <a:t>02.</a:t>
            </a:r>
            <a:endParaRPr lang="ko-KR" altLang="en-US" sz="8800" dirty="0">
              <a:solidFill>
                <a:schemeClr val="bg1"/>
              </a:solidFill>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p:cNvPicPr>
            <a:picLocks noGrp="1" noChangeAspect="1"/>
          </p:cNvPicPr>
          <p:nvPr>
            <p:ph type="pic" sz="quarter" idx="13"/>
            <p:custDataLst>
              <p:tags r:id="rId1"/>
            </p:custDataLst>
          </p:nvPr>
        </p:nvPicPr>
        <p:blipFill>
          <a:blip r:embed="rId6"/>
          <a:stretch>
            <a:fillRect/>
          </a:stretch>
        </p:blipFill>
        <p:spPr>
          <a:xfrm>
            <a:off x="873760" y="869315"/>
            <a:ext cx="4925695" cy="2635250"/>
          </a:xfrm>
          <a:prstGeom prst="rect">
            <a:avLst/>
          </a:prstGeom>
        </p:spPr>
      </p:pic>
      <p:pic>
        <p:nvPicPr>
          <p:cNvPr id="6" name="图片占位符 5"/>
          <p:cNvPicPr>
            <a:picLocks noGrp="1" noChangeAspect="1"/>
          </p:cNvPicPr>
          <p:nvPr>
            <p:ph type="pic" sz="quarter" idx="14"/>
            <p:custDataLst>
              <p:tags r:id="rId2"/>
            </p:custDataLst>
          </p:nvPr>
        </p:nvPicPr>
        <p:blipFill>
          <a:blip r:embed="rId7"/>
          <a:stretch>
            <a:fillRect/>
          </a:stretch>
        </p:blipFill>
        <p:spPr>
          <a:xfrm>
            <a:off x="8846820" y="3088640"/>
            <a:ext cx="2471420" cy="2129790"/>
          </a:xfrm>
          <a:prstGeom prst="rect">
            <a:avLst/>
          </a:prstGeom>
        </p:spPr>
      </p:pic>
      <p:pic>
        <p:nvPicPr>
          <p:cNvPr id="5" name="图片占位符 4"/>
          <p:cNvPicPr>
            <a:picLocks noGrp="1" noChangeAspect="1"/>
          </p:cNvPicPr>
          <p:nvPr>
            <p:ph type="pic" sz="quarter" idx="15"/>
            <p:custDataLst>
              <p:tags r:id="rId3"/>
            </p:custDataLst>
          </p:nvPr>
        </p:nvPicPr>
        <p:blipFill>
          <a:blip r:embed="rId8"/>
          <a:stretch>
            <a:fillRect/>
          </a:stretch>
        </p:blipFill>
        <p:spPr>
          <a:xfrm>
            <a:off x="5915025" y="2844165"/>
            <a:ext cx="2471420" cy="2618740"/>
          </a:xfrm>
          <a:prstGeom prst="rect">
            <a:avLst/>
          </a:prstGeom>
        </p:spPr>
      </p:pic>
      <p:sp>
        <p:nvSpPr>
          <p:cNvPr id="22" name="직사각형 21"/>
          <p:cNvSpPr/>
          <p:nvPr/>
        </p:nvSpPr>
        <p:spPr>
          <a:xfrm>
            <a:off x="873577" y="4286764"/>
            <a:ext cx="3480710" cy="460375"/>
          </a:xfrm>
          <a:prstGeom prst="rect">
            <a:avLst/>
          </a:prstGeom>
        </p:spPr>
        <p:txBody>
          <a:bodyPr wrap="square" anchor="ctr" anchorCtr="0">
            <a:spAutoFit/>
          </a:bodyPr>
          <a:lstStyle/>
          <a:p>
            <a:r>
              <a:rPr lang="en-US" altLang="ko-KR" sz="2400" dirty="0">
                <a:solidFill>
                  <a:schemeClr val="bg1"/>
                </a:solidFill>
                <a:latin typeface="+mj-lt"/>
              </a:rPr>
              <a:t> Methodology</a:t>
            </a:r>
          </a:p>
        </p:txBody>
      </p:sp>
      <p:sp>
        <p:nvSpPr>
          <p:cNvPr id="39" name="TextBox 38"/>
          <p:cNvSpPr txBox="1"/>
          <p:nvPr/>
        </p:nvSpPr>
        <p:spPr>
          <a:xfrm>
            <a:off x="874626" y="4867711"/>
            <a:ext cx="3480711" cy="737235"/>
          </a:xfrm>
          <a:prstGeom prst="rect">
            <a:avLst/>
          </a:prstGeom>
          <a:noFill/>
        </p:spPr>
        <p:txBody>
          <a:bodyPr wrap="square" rtlCol="0">
            <a:spAutoFit/>
          </a:bodyPr>
          <a:lstStyle/>
          <a:p>
            <a:pPr marL="285750" indent="-285750">
              <a:buFont typeface="Overpass Light" panose="00000400000000000000" pitchFamily="2" charset="0"/>
              <a:buChar char="−"/>
            </a:pPr>
            <a:r>
              <a:rPr lang="en-US" altLang="ko-KR" sz="1400">
                <a:solidFill>
                  <a:schemeClr val="bg1"/>
                </a:solidFill>
              </a:rPr>
              <a:t>Using deep learning technology, combined with a model designed for poetry generation.</a:t>
            </a:r>
          </a:p>
        </p:txBody>
      </p:sp>
      <p:sp>
        <p:nvSpPr>
          <p:cNvPr id="40" name="직사각형 39"/>
          <p:cNvSpPr/>
          <p:nvPr/>
        </p:nvSpPr>
        <p:spPr>
          <a:xfrm>
            <a:off x="5914799" y="533178"/>
            <a:ext cx="5403623" cy="460375"/>
          </a:xfrm>
          <a:prstGeom prst="rect">
            <a:avLst/>
          </a:prstGeom>
        </p:spPr>
        <p:txBody>
          <a:bodyPr wrap="square" anchor="ctr" anchorCtr="0">
            <a:spAutoFit/>
          </a:bodyPr>
          <a:lstStyle/>
          <a:p>
            <a:r>
              <a:rPr lang="en-US" altLang="ko-KR" sz="2400" dirty="0">
                <a:solidFill>
                  <a:schemeClr val="bg1"/>
                </a:solidFill>
                <a:latin typeface="+mj-lt"/>
              </a:rPr>
              <a:t>tsinghua Jiuge</a:t>
            </a:r>
          </a:p>
        </p:txBody>
      </p:sp>
      <p:sp>
        <p:nvSpPr>
          <p:cNvPr id="41" name="TextBox 40"/>
          <p:cNvSpPr txBox="1"/>
          <p:nvPr/>
        </p:nvSpPr>
        <p:spPr>
          <a:xfrm>
            <a:off x="5915850" y="1114125"/>
            <a:ext cx="5403624" cy="1168400"/>
          </a:xfrm>
          <a:prstGeom prst="rect">
            <a:avLst/>
          </a:prstGeom>
          <a:noFill/>
        </p:spPr>
        <p:txBody>
          <a:bodyPr wrap="square" rtlCol="0">
            <a:spAutoFit/>
          </a:bodyPr>
          <a:lstStyle/>
          <a:p>
            <a:pPr marL="285750" indent="-285750">
              <a:buFont typeface="Overpass Light" panose="00000400000000000000" pitchFamily="2" charset="0"/>
              <a:buChar char="−"/>
            </a:pPr>
            <a:r>
              <a:rPr lang="en-US" altLang="ko-KR" sz="1400">
                <a:solidFill>
                  <a:schemeClr val="bg1"/>
                </a:solidFill>
              </a:rPr>
              <a:t>Among existing NLP models, Tsinghua University's  Jiuge  system is a prominent example. It uses deep learning techniques combined with multiple models specifically designed for poetry generation, capable of learning and understanding the "hidden rules" of poetry.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descr="D:/Desktop/清华九歌.png清华九歌"/>
          <p:cNvPicPr>
            <a:picLocks noGrp="1" noChangeAspect="1"/>
          </p:cNvPicPr>
          <p:nvPr>
            <p:ph type="pic" sz="quarter" idx="13"/>
            <p:custDataLst>
              <p:tags r:id="rId1"/>
            </p:custDataLst>
          </p:nvPr>
        </p:nvPicPr>
        <p:blipFill>
          <a:blip r:embed="rId8"/>
          <a:srcRect t="1998" b="1998"/>
          <a:stretch>
            <a:fillRect/>
          </a:stretch>
        </p:blipFill>
        <p:spPr>
          <a:xfrm>
            <a:off x="873760" y="869315"/>
            <a:ext cx="4925695" cy="2635250"/>
          </a:xfrm>
          <a:prstGeom prst="rect">
            <a:avLst/>
          </a:prstGeom>
        </p:spPr>
      </p:pic>
      <p:sp>
        <p:nvSpPr>
          <p:cNvPr id="22" name="직사각형 21"/>
          <p:cNvSpPr/>
          <p:nvPr/>
        </p:nvSpPr>
        <p:spPr>
          <a:xfrm>
            <a:off x="3437707" y="4407414"/>
            <a:ext cx="3480710" cy="460375"/>
          </a:xfrm>
          <a:prstGeom prst="rect">
            <a:avLst/>
          </a:prstGeom>
        </p:spPr>
        <p:txBody>
          <a:bodyPr wrap="square" anchor="ctr" anchorCtr="0">
            <a:spAutoFit/>
          </a:bodyPr>
          <a:lstStyle/>
          <a:p>
            <a:r>
              <a:rPr lang="en-US" altLang="ko-KR" sz="2400" dirty="0">
                <a:solidFill>
                  <a:schemeClr val="bg1"/>
                </a:solidFill>
                <a:latin typeface="+mj-lt"/>
              </a:rPr>
              <a:t>cROs</a:t>
            </a:r>
          </a:p>
        </p:txBody>
      </p:sp>
      <p:sp>
        <p:nvSpPr>
          <p:cNvPr id="39" name="TextBox 38"/>
          <p:cNvSpPr txBox="1"/>
          <p:nvPr/>
        </p:nvSpPr>
        <p:spPr>
          <a:xfrm>
            <a:off x="1082040" y="4946650"/>
            <a:ext cx="2356485" cy="1226820"/>
          </a:xfrm>
          <a:prstGeom prst="rect">
            <a:avLst/>
          </a:prstGeom>
          <a:noFill/>
        </p:spPr>
        <p:txBody>
          <a:bodyPr wrap="square" rtlCol="0">
            <a:noAutofit/>
          </a:bodyPr>
          <a:lstStyle/>
          <a:p>
            <a:pPr marL="285750" indent="-285750">
              <a:buFont typeface="Overpass Light" panose="00000400000000000000" pitchFamily="2" charset="0"/>
              <a:buChar char="−"/>
            </a:pPr>
            <a:r>
              <a:rPr lang="en-US" altLang="ko-KR" sz="1400">
                <a:solidFill>
                  <a:schemeClr val="bg1"/>
                </a:solidFill>
              </a:rPr>
              <a:t>Multimodal input:</a:t>
            </a:r>
          </a:p>
          <a:p>
            <a:pPr marL="285750" indent="-285750">
              <a:buFont typeface="Overpass Light" panose="00000400000000000000" pitchFamily="2" charset="0"/>
              <a:buChar char="−"/>
            </a:pPr>
            <a:r>
              <a:rPr lang="en-US" altLang="ko-KR" sz="1400">
                <a:solidFill>
                  <a:schemeClr val="bg1"/>
                </a:solidFill>
              </a:rPr>
              <a:t>Multi-genre and multi-style</a:t>
            </a:r>
          </a:p>
          <a:p>
            <a:pPr marL="285750" indent="-285750">
              <a:buFont typeface="Overpass Light" panose="00000400000000000000" pitchFamily="2" charset="0"/>
              <a:buChar char="−"/>
            </a:pPr>
            <a:r>
              <a:rPr lang="en-US" altLang="ko-KR" sz="1400">
                <a:solidFill>
                  <a:schemeClr val="bg1"/>
                </a:solidFill>
              </a:rPr>
              <a:t>Man-machine interactive creation mode</a:t>
            </a:r>
          </a:p>
        </p:txBody>
      </p:sp>
      <p:pic>
        <p:nvPicPr>
          <p:cNvPr id="3" name="图片占位符 2"/>
          <p:cNvPicPr>
            <a:picLocks noGrp="1" noChangeAspect="1"/>
          </p:cNvPicPr>
          <p:nvPr>
            <p:ph type="pic" sz="quarter" idx="15"/>
            <p:custDataLst>
              <p:tags r:id="rId2"/>
            </p:custDataLst>
          </p:nvPr>
        </p:nvPicPr>
        <p:blipFill>
          <a:blip r:embed="rId9"/>
          <a:stretch>
            <a:fillRect/>
          </a:stretch>
        </p:blipFill>
        <p:spPr>
          <a:xfrm>
            <a:off x="5987415" y="682625"/>
            <a:ext cx="4846320" cy="2726055"/>
          </a:xfrm>
          <a:prstGeom prst="rect">
            <a:avLst/>
          </a:prstGeom>
        </p:spPr>
      </p:pic>
      <p:pic>
        <p:nvPicPr>
          <p:cNvPr id="8" name="图片占位符 7"/>
          <p:cNvPicPr>
            <a:picLocks noGrp="1" noChangeAspect="1"/>
          </p:cNvPicPr>
          <p:nvPr>
            <p:ph type="pic" sz="quarter" idx="14"/>
            <p:custDataLst>
              <p:tags r:id="rId3"/>
            </p:custDataLst>
          </p:nvPr>
        </p:nvPicPr>
        <p:blipFill>
          <a:blip r:embed="rId10"/>
          <a:stretch>
            <a:fillRect/>
          </a:stretch>
        </p:blipFill>
        <p:spPr>
          <a:xfrm>
            <a:off x="5987415" y="3504565"/>
            <a:ext cx="4845685" cy="2725420"/>
          </a:xfrm>
          <a:prstGeom prst="rect">
            <a:avLst/>
          </a:prstGeom>
        </p:spPr>
      </p:pic>
      <p:sp>
        <p:nvSpPr>
          <p:cNvPr id="9" name="직사각형 21"/>
          <p:cNvSpPr/>
          <p:nvPr>
            <p:custDataLst>
              <p:tags r:id="rId4"/>
            </p:custDataLst>
          </p:nvPr>
        </p:nvSpPr>
        <p:spPr>
          <a:xfrm>
            <a:off x="1000577" y="4413764"/>
            <a:ext cx="3480710" cy="460375"/>
          </a:xfrm>
          <a:prstGeom prst="rect">
            <a:avLst/>
          </a:prstGeom>
        </p:spPr>
        <p:txBody>
          <a:bodyPr wrap="square" anchor="ctr" anchorCtr="0">
            <a:spAutoFit/>
          </a:bodyPr>
          <a:lstStyle/>
          <a:p>
            <a:r>
              <a:rPr lang="en-US" altLang="ko-KR" sz="2400" dirty="0">
                <a:solidFill>
                  <a:schemeClr val="bg1"/>
                </a:solidFill>
                <a:latin typeface="+mj-lt"/>
              </a:rPr>
              <a:t>PROs</a:t>
            </a:r>
          </a:p>
        </p:txBody>
      </p:sp>
      <p:sp>
        <p:nvSpPr>
          <p:cNvPr id="10" name="TextBox 38"/>
          <p:cNvSpPr txBox="1"/>
          <p:nvPr>
            <p:custDataLst>
              <p:tags r:id="rId5"/>
            </p:custDataLst>
          </p:nvPr>
        </p:nvSpPr>
        <p:spPr>
          <a:xfrm>
            <a:off x="3187065" y="4874260"/>
            <a:ext cx="1978660" cy="1565910"/>
          </a:xfrm>
          <a:prstGeom prst="rect">
            <a:avLst/>
          </a:prstGeom>
          <a:noFill/>
        </p:spPr>
        <p:txBody>
          <a:bodyPr wrap="square" rtlCol="0">
            <a:noAutofit/>
          </a:bodyPr>
          <a:lstStyle/>
          <a:p>
            <a:pPr marL="285750" indent="-285750">
              <a:buFont typeface="Overpass Light" panose="00000400000000000000" pitchFamily="2" charset="0"/>
              <a:buChar char="−"/>
            </a:pPr>
            <a:r>
              <a:rPr lang="en-US" altLang="ko-KR" sz="1400">
                <a:solidFill>
                  <a:schemeClr val="bg1"/>
                </a:solidFill>
              </a:rPr>
              <a:t>There is still room for improvement in the coherence and consistency of poetry generation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직사각형 21"/>
          <p:cNvSpPr/>
          <p:nvPr/>
        </p:nvSpPr>
        <p:spPr>
          <a:xfrm>
            <a:off x="873577" y="4286764"/>
            <a:ext cx="3480710" cy="460375"/>
          </a:xfrm>
          <a:prstGeom prst="rect">
            <a:avLst/>
          </a:prstGeom>
        </p:spPr>
        <p:txBody>
          <a:bodyPr wrap="square" anchor="ctr" anchorCtr="0">
            <a:spAutoFit/>
          </a:bodyPr>
          <a:lstStyle/>
          <a:p>
            <a:r>
              <a:rPr lang="en-US" altLang="ko-KR" sz="2400" dirty="0">
                <a:solidFill>
                  <a:schemeClr val="bg1"/>
                </a:solidFill>
                <a:latin typeface="+mj-lt"/>
              </a:rPr>
              <a:t> Methodology</a:t>
            </a:r>
          </a:p>
        </p:txBody>
      </p:sp>
      <p:sp>
        <p:nvSpPr>
          <p:cNvPr id="39" name="TextBox 38"/>
          <p:cNvSpPr txBox="1"/>
          <p:nvPr/>
        </p:nvSpPr>
        <p:spPr>
          <a:xfrm>
            <a:off x="874626" y="4867711"/>
            <a:ext cx="3480711" cy="953135"/>
          </a:xfrm>
          <a:prstGeom prst="rect">
            <a:avLst/>
          </a:prstGeom>
          <a:noFill/>
        </p:spPr>
        <p:txBody>
          <a:bodyPr wrap="square" rtlCol="0">
            <a:spAutoFit/>
          </a:bodyPr>
          <a:lstStyle/>
          <a:p>
            <a:pPr marL="285750" indent="-285750">
              <a:buFont typeface="Overpass Light" panose="00000400000000000000" pitchFamily="2" charset="0"/>
              <a:buChar char="−"/>
            </a:pPr>
            <a:r>
              <a:rPr lang="en-US" altLang="ko-KR" sz="1400">
                <a:solidFill>
                  <a:schemeClr val="bg1"/>
                </a:solidFill>
              </a:rPr>
              <a:t>Bing AI supports natural language processing, allowing users to interact with search engines in a more natural way.</a:t>
            </a:r>
          </a:p>
        </p:txBody>
      </p:sp>
      <p:sp>
        <p:nvSpPr>
          <p:cNvPr id="40" name="직사각형 39"/>
          <p:cNvSpPr/>
          <p:nvPr/>
        </p:nvSpPr>
        <p:spPr>
          <a:xfrm>
            <a:off x="5914799" y="533178"/>
            <a:ext cx="5403623" cy="460375"/>
          </a:xfrm>
          <a:prstGeom prst="rect">
            <a:avLst/>
          </a:prstGeom>
        </p:spPr>
        <p:txBody>
          <a:bodyPr wrap="square" anchor="ctr" anchorCtr="0">
            <a:spAutoFit/>
          </a:bodyPr>
          <a:lstStyle/>
          <a:p>
            <a:r>
              <a:rPr lang="en-US" altLang="ko-KR" sz="2400" dirty="0">
                <a:solidFill>
                  <a:schemeClr val="bg1"/>
                </a:solidFill>
                <a:latin typeface="+mj-lt"/>
              </a:rPr>
              <a:t>bing ai</a:t>
            </a:r>
          </a:p>
        </p:txBody>
      </p:sp>
      <p:sp>
        <p:nvSpPr>
          <p:cNvPr id="41" name="TextBox 40"/>
          <p:cNvSpPr txBox="1"/>
          <p:nvPr/>
        </p:nvSpPr>
        <p:spPr>
          <a:xfrm>
            <a:off x="5915850" y="1114125"/>
            <a:ext cx="5403624" cy="737235"/>
          </a:xfrm>
          <a:prstGeom prst="rect">
            <a:avLst/>
          </a:prstGeom>
          <a:noFill/>
        </p:spPr>
        <p:txBody>
          <a:bodyPr wrap="square" rtlCol="0">
            <a:spAutoFit/>
          </a:bodyPr>
          <a:lstStyle/>
          <a:p>
            <a:pPr marL="285750" indent="-285750">
              <a:buFont typeface="Overpass Light" panose="00000400000000000000" pitchFamily="2" charset="0"/>
              <a:buChar char="−"/>
            </a:pPr>
            <a:r>
              <a:rPr lang="en-US" altLang="ko-KR" sz="1400">
                <a:solidFill>
                  <a:schemeClr val="bg1"/>
                </a:solidFill>
              </a:rPr>
              <a:t>Bing AI is an advanced technology developed by Microsoft to improve the accuracy and efficiency of search engines through deep learning and big data analytics. </a:t>
            </a:r>
          </a:p>
        </p:txBody>
      </p:sp>
      <p:pic>
        <p:nvPicPr>
          <p:cNvPr id="10" name="图片 9"/>
          <p:cNvPicPr>
            <a:picLocks noChangeAspect="1"/>
          </p:cNvPicPr>
          <p:nvPr>
            <p:custDataLst>
              <p:tags r:id="rId1"/>
            </p:custDataLst>
          </p:nvPr>
        </p:nvPicPr>
        <p:blipFill>
          <a:blip r:embed="rId4"/>
          <a:stretch>
            <a:fillRect/>
          </a:stretch>
        </p:blipFill>
        <p:spPr>
          <a:xfrm>
            <a:off x="874395" y="533400"/>
            <a:ext cx="4983480" cy="3054985"/>
          </a:xfrm>
          <a:prstGeom prst="rect">
            <a:avLst/>
          </a:prstGeom>
        </p:spPr>
      </p:pic>
      <p:pic>
        <p:nvPicPr>
          <p:cNvPr id="102" name="图片 101"/>
          <p:cNvPicPr/>
          <p:nvPr/>
        </p:nvPicPr>
        <p:blipFill>
          <a:blip r:embed="rId5"/>
          <a:stretch>
            <a:fillRect/>
          </a:stretch>
        </p:blipFill>
        <p:spPr>
          <a:xfrm>
            <a:off x="7238365" y="2069465"/>
            <a:ext cx="4081145" cy="1837055"/>
          </a:xfrm>
          <a:prstGeom prst="rect">
            <a:avLst/>
          </a:prstGeom>
          <a:noFill/>
          <a:ln w="9525">
            <a:noFill/>
          </a:ln>
        </p:spPr>
      </p:pic>
      <p:pic>
        <p:nvPicPr>
          <p:cNvPr id="103" name="图片 102"/>
          <p:cNvPicPr/>
          <p:nvPr/>
        </p:nvPicPr>
        <p:blipFill>
          <a:blip r:embed="rId6"/>
          <a:stretch>
            <a:fillRect/>
          </a:stretch>
        </p:blipFill>
        <p:spPr>
          <a:xfrm>
            <a:off x="5857875" y="4286885"/>
            <a:ext cx="3818890" cy="1802765"/>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2310090" y="3014028"/>
            <a:ext cx="3900210" cy="829945"/>
          </a:xfrm>
          <a:prstGeom prst="rect">
            <a:avLst/>
          </a:prstGeom>
        </p:spPr>
        <p:txBody>
          <a:bodyPr wrap="square" anchor="ctr" anchorCtr="0">
            <a:spAutoFit/>
          </a:bodyPr>
          <a:lstStyle/>
          <a:p>
            <a:r>
              <a:rPr lang="en-US" altLang="ko-KR" sz="4800" dirty="0">
                <a:solidFill>
                  <a:schemeClr val="bg1"/>
                </a:solidFill>
                <a:latin typeface="+mj-lt"/>
              </a:rPr>
              <a:t>Project Planning</a:t>
            </a:r>
          </a:p>
        </p:txBody>
      </p:sp>
      <p:sp>
        <p:nvSpPr>
          <p:cNvPr id="4" name="직사각형 3"/>
          <p:cNvSpPr/>
          <p:nvPr/>
        </p:nvSpPr>
        <p:spPr>
          <a:xfrm>
            <a:off x="6210300" y="2706370"/>
            <a:ext cx="2374900" cy="1445260"/>
          </a:xfrm>
          <a:prstGeom prst="rect">
            <a:avLst/>
          </a:prstGeom>
        </p:spPr>
        <p:txBody>
          <a:bodyPr wrap="square" anchor="ctr" anchorCtr="0">
            <a:spAutoFit/>
          </a:bodyPr>
          <a:lstStyle/>
          <a:p>
            <a:r>
              <a:rPr lang="en-US" altLang="ko-KR" sz="8800" dirty="0">
                <a:solidFill>
                  <a:schemeClr val="bg1"/>
                </a:solidFill>
                <a:latin typeface="+mj-lt"/>
              </a:rPr>
              <a:t>03.</a:t>
            </a:r>
            <a:endParaRPr lang="ko-KR" altLang="en-US" sz="8800" dirty="0">
              <a:solidFill>
                <a:schemeClr val="bg1"/>
              </a:solidFill>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占位符 3"/>
          <p:cNvPicPr>
            <a:picLocks noGrp="1" noChangeAspect="1"/>
          </p:cNvPicPr>
          <p:nvPr>
            <p:ph type="pic" sz="quarter" idx="10"/>
            <p:custDataLst>
              <p:tags r:id="rId1"/>
            </p:custDataLst>
          </p:nvPr>
        </p:nvPicPr>
        <p:blipFill>
          <a:blip r:embed="rId5"/>
          <a:stretch>
            <a:fillRect/>
          </a:stretch>
        </p:blipFill>
        <p:spPr>
          <a:xfrm>
            <a:off x="1438910" y="1933575"/>
            <a:ext cx="3994785" cy="2247265"/>
          </a:xfrm>
          <a:prstGeom prst="rect">
            <a:avLst/>
          </a:prstGeom>
        </p:spPr>
      </p:pic>
      <p:pic>
        <p:nvPicPr>
          <p:cNvPr id="5" name="图片占位符 4"/>
          <p:cNvPicPr>
            <a:picLocks noGrp="1" noChangeAspect="1"/>
          </p:cNvPicPr>
          <p:nvPr>
            <p:ph type="pic" sz="quarter" idx="11"/>
            <p:custDataLst>
              <p:tags r:id="rId2"/>
            </p:custDataLst>
          </p:nvPr>
        </p:nvPicPr>
        <p:blipFill>
          <a:blip r:embed="rId6"/>
          <a:stretch>
            <a:fillRect/>
          </a:stretch>
        </p:blipFill>
        <p:spPr>
          <a:xfrm>
            <a:off x="6757035" y="1933575"/>
            <a:ext cx="3994785" cy="2247265"/>
          </a:xfrm>
          <a:prstGeom prst="rect">
            <a:avLst/>
          </a:prstGeom>
        </p:spPr>
      </p:pic>
      <p:sp>
        <p:nvSpPr>
          <p:cNvPr id="19" name="직사각형 18"/>
          <p:cNvSpPr/>
          <p:nvPr/>
        </p:nvSpPr>
        <p:spPr>
          <a:xfrm>
            <a:off x="1007307" y="4417712"/>
            <a:ext cx="4857161" cy="521970"/>
          </a:xfrm>
          <a:prstGeom prst="rect">
            <a:avLst/>
          </a:prstGeom>
        </p:spPr>
        <p:txBody>
          <a:bodyPr wrap="square" anchor="ctr" anchorCtr="0">
            <a:spAutoFit/>
          </a:bodyPr>
          <a:lstStyle/>
          <a:p>
            <a:r>
              <a:rPr lang="en-US" altLang="ko-KR" sz="2800">
                <a:solidFill>
                  <a:schemeClr val="bg1"/>
                </a:solidFill>
                <a:latin typeface="+mj-lt"/>
              </a:rPr>
              <a:t>Define Project Scope</a:t>
            </a:r>
          </a:p>
        </p:txBody>
      </p:sp>
      <p:sp>
        <p:nvSpPr>
          <p:cNvPr id="20" name="TextBox 19"/>
          <p:cNvSpPr txBox="1"/>
          <p:nvPr/>
        </p:nvSpPr>
        <p:spPr>
          <a:xfrm>
            <a:off x="1008358" y="5104872"/>
            <a:ext cx="4857162" cy="953135"/>
          </a:xfrm>
          <a:prstGeom prst="rect">
            <a:avLst/>
          </a:prstGeom>
          <a:noFill/>
        </p:spPr>
        <p:txBody>
          <a:bodyPr wrap="square" rtlCol="0">
            <a:spAutoFit/>
          </a:bodyPr>
          <a:lstStyle/>
          <a:p>
            <a:pPr marL="285750" indent="-285750">
              <a:buFont typeface="Overpass Light" panose="00000400000000000000" pitchFamily="2" charset="0"/>
              <a:buChar char="−"/>
            </a:pPr>
            <a:r>
              <a:rPr lang="en-US" altLang="ko-KR" sz="1400">
                <a:solidFill>
                  <a:schemeClr val="bg1"/>
                </a:solidFill>
              </a:rPr>
              <a:t>Collect and organize a large number of Chinese poetry texts as a data set for training models.</a:t>
            </a:r>
          </a:p>
          <a:p>
            <a:pPr marL="285750" indent="-285750">
              <a:buFont typeface="Overpass Light" panose="00000400000000000000" pitchFamily="2" charset="0"/>
              <a:buChar char="−"/>
            </a:pPr>
            <a:r>
              <a:rPr lang="en-US" altLang="ko-KR" sz="1400">
                <a:solidFill>
                  <a:schemeClr val="bg1"/>
                </a:solidFill>
              </a:rPr>
              <a:t>Choose a model architecture suitable for Chinese poetry generation, such as Transformer or GPT.</a:t>
            </a:r>
          </a:p>
        </p:txBody>
      </p:sp>
      <p:sp>
        <p:nvSpPr>
          <p:cNvPr id="22" name="직사각형 21"/>
          <p:cNvSpPr/>
          <p:nvPr/>
        </p:nvSpPr>
        <p:spPr>
          <a:xfrm>
            <a:off x="6326481" y="4417713"/>
            <a:ext cx="4857161" cy="521970"/>
          </a:xfrm>
          <a:prstGeom prst="rect">
            <a:avLst/>
          </a:prstGeom>
        </p:spPr>
        <p:txBody>
          <a:bodyPr wrap="square" anchor="ctr" anchorCtr="0">
            <a:spAutoFit/>
          </a:bodyPr>
          <a:lstStyle/>
          <a:p>
            <a:r>
              <a:rPr lang="en-US" altLang="ko-KR" sz="2800">
                <a:solidFill>
                  <a:schemeClr val="bg1"/>
                </a:solidFill>
                <a:latin typeface="+mj-lt"/>
              </a:rPr>
              <a:t>Create Project Charter</a:t>
            </a:r>
          </a:p>
        </p:txBody>
      </p:sp>
      <p:sp>
        <p:nvSpPr>
          <p:cNvPr id="23" name="TextBox 22"/>
          <p:cNvSpPr txBox="1"/>
          <p:nvPr/>
        </p:nvSpPr>
        <p:spPr>
          <a:xfrm>
            <a:off x="6326481" y="5176627"/>
            <a:ext cx="4857162" cy="1168400"/>
          </a:xfrm>
          <a:prstGeom prst="rect">
            <a:avLst/>
          </a:prstGeom>
          <a:noFill/>
        </p:spPr>
        <p:txBody>
          <a:bodyPr wrap="square" rtlCol="0">
            <a:spAutoFit/>
          </a:bodyPr>
          <a:lstStyle>
            <a:defPPr>
              <a:defRPr lang="ko-KR"/>
            </a:defPPr>
            <a:lvl1pPr marL="285750" indent="-285750">
              <a:buFont typeface="Overpass Light" panose="00000400000000000000" pitchFamily="2" charset="0"/>
              <a:buChar char="−"/>
              <a:defRPr sz="1400">
                <a:solidFill>
                  <a:srgbClr val="1E292E"/>
                </a:solidFill>
              </a:defRPr>
            </a:lvl1pPr>
          </a:lstStyle>
          <a:p>
            <a:r>
              <a:rPr lang="en-US" altLang="ko-KR">
                <a:solidFill>
                  <a:schemeClr val="bg1"/>
                </a:solidFill>
              </a:rPr>
              <a:t>The collected data is used to train the model until it can produce high-quality poetry.</a:t>
            </a:r>
          </a:p>
          <a:p>
            <a:r>
              <a:rPr lang="en-US" altLang="ko-KR">
                <a:solidFill>
                  <a:schemeClr val="bg1"/>
                </a:solidFill>
              </a:rPr>
              <a:t>The model is tested and optimized through user feedback to improve the quality and speed of poetry generation.</a:t>
            </a:r>
          </a:p>
        </p:txBody>
      </p:sp>
      <p:sp>
        <p:nvSpPr>
          <p:cNvPr id="25" name="직사각형 24"/>
          <p:cNvSpPr/>
          <p:nvPr/>
        </p:nvSpPr>
        <p:spPr>
          <a:xfrm>
            <a:off x="4077619" y="781399"/>
            <a:ext cx="4036763" cy="583565"/>
          </a:xfrm>
          <a:prstGeom prst="rect">
            <a:avLst/>
          </a:prstGeom>
          <a:noFill/>
        </p:spPr>
        <p:txBody>
          <a:bodyPr wrap="square" rtlCol="0" anchor="ctr" anchorCtr="0">
            <a:spAutoFit/>
          </a:bodyPr>
          <a:lstStyle/>
          <a:p>
            <a:pPr algn="ctr"/>
            <a:r>
              <a:rPr lang="en-US" altLang="ko-KR" sz="3200" dirty="0">
                <a:solidFill>
                  <a:schemeClr val="bg1"/>
                </a:solidFill>
                <a:latin typeface="+mj-lt"/>
                <a:sym typeface="+mn-ea"/>
              </a:rPr>
              <a:t>Project Planning</a:t>
            </a:r>
            <a:endParaRPr lang="ko-KR" altLang="en-US" sz="3200" dirty="0">
              <a:solidFill>
                <a:schemeClr val="bg1"/>
              </a:solidFill>
              <a:latin typeface="+mj-lt"/>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p:cNvSpPr txBox="1"/>
          <p:nvPr/>
        </p:nvSpPr>
        <p:spPr>
          <a:xfrm>
            <a:off x="2998843" y="693285"/>
            <a:ext cx="6194314" cy="583565"/>
          </a:xfrm>
          <a:prstGeom prst="rect">
            <a:avLst/>
          </a:prstGeom>
          <a:noFill/>
        </p:spPr>
        <p:txBody>
          <a:bodyPr wrap="square" rtlCol="0" anchor="ctr" anchorCtr="0">
            <a:spAutoFit/>
          </a:bodyPr>
          <a:lstStyle>
            <a:defPPr>
              <a:defRPr lang="ko-KR"/>
            </a:defPPr>
            <a:lvl1pPr algn="ctr">
              <a:defRPr sz="3200">
                <a:solidFill>
                  <a:srgbClr val="141A72"/>
                </a:solidFill>
                <a:latin typeface="+mj-lt"/>
                <a:cs typeface="Arial" panose="020B0604020202020204" pitchFamily="34" charset="0"/>
              </a:defRPr>
            </a:lvl1pPr>
          </a:lstStyle>
          <a:p>
            <a:r>
              <a:rPr lang="en-US" altLang="ko-KR" dirty="0">
                <a:solidFill>
                  <a:schemeClr val="bg1"/>
                </a:solidFill>
              </a:rPr>
              <a:t>reference</a:t>
            </a:r>
            <a:endParaRPr lang="ko-KR" altLang="en-US" dirty="0">
              <a:solidFill>
                <a:schemeClr val="bg1"/>
              </a:solidFill>
            </a:endParaRPr>
          </a:p>
        </p:txBody>
      </p:sp>
      <p:sp>
        <p:nvSpPr>
          <p:cNvPr id="22" name="TextBox 21"/>
          <p:cNvSpPr txBox="1"/>
          <p:nvPr/>
        </p:nvSpPr>
        <p:spPr>
          <a:xfrm>
            <a:off x="808990" y="2231390"/>
            <a:ext cx="10459085" cy="4523105"/>
          </a:xfrm>
          <a:prstGeom prst="rect">
            <a:avLst/>
          </a:prstGeom>
          <a:noFill/>
        </p:spPr>
        <p:txBody>
          <a:bodyPr wrap="square" rtlCol="0">
            <a:spAutoFit/>
          </a:bodyPr>
          <a:lstStyle>
            <a:defPPr>
              <a:defRPr lang="ko-KR"/>
            </a:defPPr>
            <a:lvl1pPr algn="just">
              <a:lnSpc>
                <a:spcPct val="150000"/>
              </a:lnSpc>
              <a:defRPr sz="1100">
                <a:solidFill>
                  <a:schemeClr val="tx1">
                    <a:lumMod val="75000"/>
                    <a:lumOff val="25000"/>
                  </a:schemeClr>
                </a:solidFill>
              </a:defRPr>
            </a:lvl1pPr>
          </a:lstStyle>
          <a:p>
            <a:pPr marL="171450" indent="-171450" algn="l">
              <a:lnSpc>
                <a:spcPct val="100000"/>
              </a:lnSpc>
              <a:buFont typeface="Arial" panose="020B0604020202020204" pitchFamily="34" charset="0"/>
              <a:buChar char="•"/>
            </a:pPr>
            <a:r>
              <a:rPr lang="en-US" altLang="ko-KR" sz="1600">
                <a:solidFill>
                  <a:schemeClr val="bg1"/>
                </a:solidFill>
              </a:rPr>
              <a:t>Yi, Xiaoyuan, et al. “Chinese Poetry Generation with a Working Memory Model.” Proceedings of the International Joint Conference on Artificial Intelligence (IJCAI). 2018.</a:t>
            </a:r>
          </a:p>
          <a:p>
            <a:pPr indent="0" algn="l">
              <a:lnSpc>
                <a:spcPct val="100000"/>
              </a:lnSpc>
              <a:buFont typeface="Arial" panose="020B0604020202020204" pitchFamily="34" charset="0"/>
              <a:buNone/>
            </a:pPr>
            <a:endParaRPr lang="en-US" altLang="ko-KR" sz="1600">
              <a:solidFill>
                <a:schemeClr val="bg1"/>
              </a:solidFill>
            </a:endParaRPr>
          </a:p>
          <a:p>
            <a:pPr marL="171450" indent="-171450" algn="l">
              <a:lnSpc>
                <a:spcPct val="100000"/>
              </a:lnSpc>
              <a:buFont typeface="Arial" panose="020B0604020202020204" pitchFamily="34" charset="0"/>
              <a:buChar char="•"/>
            </a:pPr>
            <a:r>
              <a:rPr lang="en-US" altLang="ko-KR" sz="1600">
                <a:solidFill>
                  <a:schemeClr val="bg1"/>
                </a:solidFill>
              </a:rPr>
              <a:t>Zhang, Zhe, et al. “Stylistic Chinese Poetry Generation via Unsupervised Style Disentanglement.” Proceedings of the Conference on Empirical Methods in Natural Language Processing (EMNLP). 2018.</a:t>
            </a:r>
          </a:p>
          <a:p>
            <a:pPr indent="0" algn="l">
              <a:lnSpc>
                <a:spcPct val="100000"/>
              </a:lnSpc>
              <a:buFont typeface="Arial" panose="020B0604020202020204" pitchFamily="34" charset="0"/>
              <a:buNone/>
            </a:pPr>
            <a:endParaRPr lang="en-US" altLang="ko-KR" sz="1600">
              <a:solidFill>
                <a:schemeClr val="bg1"/>
              </a:solidFill>
            </a:endParaRPr>
          </a:p>
          <a:p>
            <a:pPr marL="171450" indent="-171450" algn="l">
              <a:lnSpc>
                <a:spcPct val="100000"/>
              </a:lnSpc>
              <a:buFont typeface="Arial" panose="020B0604020202020204" pitchFamily="34" charset="0"/>
              <a:buChar char="•"/>
            </a:pPr>
            <a:r>
              <a:rPr lang="en-US" altLang="ko-KR" sz="1600">
                <a:solidFill>
                  <a:schemeClr val="bg1"/>
                </a:solidFill>
              </a:rPr>
              <a:t>Liu, Zhipeng, et al. “MixPoet: Diverse Poetry Generation via Learning Controllable Mixed Latent Space.” Proceedings of the AAAI Conference on Artificial Intelligence (AAAI). 2020</a:t>
            </a:r>
          </a:p>
          <a:p>
            <a:pPr indent="0" algn="l">
              <a:lnSpc>
                <a:spcPct val="100000"/>
              </a:lnSpc>
              <a:buFont typeface="Arial" panose="020B0604020202020204" pitchFamily="34" charset="0"/>
              <a:buNone/>
            </a:pPr>
            <a:endParaRPr lang="en-US" altLang="ko-KR" sz="1600">
              <a:solidFill>
                <a:schemeClr val="bg1"/>
              </a:solidFill>
            </a:endParaRPr>
          </a:p>
          <a:p>
            <a:pPr marL="171450" indent="-171450" algn="l">
              <a:lnSpc>
                <a:spcPct val="100000"/>
              </a:lnSpc>
              <a:buFont typeface="Arial" panose="020B0604020202020204" pitchFamily="34" charset="0"/>
              <a:buChar char="•"/>
            </a:pPr>
            <a:r>
              <a:rPr lang="en-US" altLang="ko-KR" sz="1600">
                <a:solidFill>
                  <a:schemeClr val="bg1"/>
                </a:solidFill>
              </a:rPr>
              <a:t>H. Brendan McMahan, Eider Moore, Daniel Ramage, Seth Hampson, Blaise Agüera y Arcas. "Communication-Efficient Learning of Deep Networks from Decentralized Data." arXiv:1602.05629⁷.</a:t>
            </a:r>
          </a:p>
          <a:p>
            <a:pPr marL="171450" indent="-171450" algn="l">
              <a:lnSpc>
                <a:spcPct val="100000"/>
              </a:lnSpc>
              <a:buFont typeface="Arial" panose="020B0604020202020204" pitchFamily="34" charset="0"/>
              <a:buChar char="•"/>
            </a:pPr>
            <a:endParaRPr lang="en-US" altLang="ko-KR" sz="1600">
              <a:solidFill>
                <a:schemeClr val="bg1"/>
              </a:solidFill>
            </a:endParaRPr>
          </a:p>
          <a:p>
            <a:pPr marL="171450" indent="-171450" algn="l">
              <a:lnSpc>
                <a:spcPct val="100000"/>
              </a:lnSpc>
              <a:buFont typeface="Arial" panose="020B0604020202020204" pitchFamily="34" charset="0"/>
              <a:buChar char="•"/>
            </a:pPr>
            <a:r>
              <a:rPr lang="en-US" altLang="ko-KR" sz="1600">
                <a:solidFill>
                  <a:schemeClr val="bg1"/>
                </a:solidFill>
              </a:rPr>
              <a:t>"Microsoft Academic: is the phoenix getting wings?" SpringerLink. </a:t>
            </a:r>
          </a:p>
          <a:p>
            <a:pPr marL="171450" indent="-171450" algn="l">
              <a:lnSpc>
                <a:spcPct val="100000"/>
              </a:lnSpc>
              <a:buFont typeface="Arial" panose="020B0604020202020204" pitchFamily="34" charset="0"/>
              <a:buChar char="•"/>
            </a:pPr>
            <a:endParaRPr lang="en-US" altLang="ko-KR" sz="1600">
              <a:solidFill>
                <a:schemeClr val="bg1"/>
              </a:solidFill>
            </a:endParaRPr>
          </a:p>
          <a:p>
            <a:pPr marL="171450" indent="-171450" algn="l">
              <a:lnSpc>
                <a:spcPct val="100000"/>
              </a:lnSpc>
              <a:buFont typeface="Arial" panose="020B0604020202020204" pitchFamily="34" charset="0"/>
              <a:buChar char="•"/>
            </a:pPr>
            <a:r>
              <a:rPr lang="en-US" altLang="ko-KR" sz="1600">
                <a:solidFill>
                  <a:schemeClr val="bg1"/>
                </a:solidFill>
              </a:rPr>
              <a:t>"Towards Asynchronous Motor Imagery-Based Brain-Computer Interfaces: a joint training scheme using deep learning." arXiv:1808.10852⁸.</a:t>
            </a:r>
          </a:p>
          <a:p>
            <a:pPr marL="171450" indent="-171450" algn="l">
              <a:lnSpc>
                <a:spcPct val="100000"/>
              </a:lnSpc>
              <a:buFont typeface="Arial" panose="020B0604020202020204" pitchFamily="34" charset="0"/>
              <a:buChar char="•"/>
            </a:pPr>
            <a:endParaRPr lang="en-US" altLang="ko-KR" sz="1600">
              <a:solidFill>
                <a:schemeClr val="bg1"/>
              </a:solidFill>
            </a:endParaRPr>
          </a:p>
          <a:p>
            <a:pPr marL="171450" indent="-171450" algn="l">
              <a:lnSpc>
                <a:spcPct val="100000"/>
              </a:lnSpc>
              <a:buFont typeface="Arial" panose="020B0604020202020204" pitchFamily="34" charset="0"/>
              <a:buChar char="•"/>
            </a:pPr>
            <a:endParaRPr lang="en-US" altLang="ko-KR" sz="160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93256" y="2417717"/>
            <a:ext cx="4155670" cy="1200329"/>
          </a:xfrm>
          <a:prstGeom prst="rect">
            <a:avLst/>
          </a:prstGeom>
          <a:noFill/>
        </p:spPr>
        <p:txBody>
          <a:bodyPr wrap="square" rtlCol="0" anchor="ctr" anchorCtr="0">
            <a:spAutoFit/>
          </a:bodyPr>
          <a:lstStyle>
            <a:defPPr>
              <a:defRPr lang="ko-KR"/>
            </a:defPPr>
            <a:lvl1pPr>
              <a:defRPr sz="4000" b="1">
                <a:latin typeface="+mj-lt"/>
                <a:cs typeface="Arial" panose="020B0604020202020204" pitchFamily="34" charset="0"/>
              </a:defRPr>
            </a:lvl1pPr>
          </a:lstStyle>
          <a:p>
            <a:r>
              <a:rPr lang="en-US" altLang="ko-KR" sz="7200" b="0" dirty="0">
                <a:solidFill>
                  <a:schemeClr val="bg1"/>
                </a:solidFill>
              </a:rPr>
              <a:t>Thanks !</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WFhYmY4ZjljYzIyNDY3MzNhYjE1MTM2YmIyNmQ4MG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PPTMON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bas Neue - Poppins Light">
      <a:majorFont>
        <a:latin typeface="Bebas Neue"/>
        <a:ea typeface="Arial Unicode MS"/>
        <a:cs typeface=""/>
      </a:majorFont>
      <a:minorFont>
        <a:latin typeface="Poppins Light"/>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sz="2400" dirty="0" smtClean="0">
            <a:solidFill>
              <a:srgbClr val="0F0C1C"/>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PPTMON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bas Neue - Poppins Light">
      <a:majorFont>
        <a:latin typeface="Bebas Neue"/>
        <a:ea typeface="Arial Unicode MS"/>
        <a:cs typeface=""/>
      </a:majorFont>
      <a:minorFont>
        <a:latin typeface="Poppins Light"/>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sz="2400" dirty="0" smtClean="0">
            <a:solidFill>
              <a:srgbClr val="0F0C1C"/>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PPTMON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bas Neue - Poppins Light">
      <a:majorFont>
        <a:latin typeface="Bebas Neue"/>
        <a:ea typeface="Arial Unicode MS"/>
        <a:cs typeface=""/>
      </a:majorFont>
      <a:minorFont>
        <a:latin typeface="Poppins Light"/>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sz="2400" dirty="0" smtClean="0">
            <a:solidFill>
              <a:srgbClr val="0F0C1C"/>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PPTMON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bas Neue - Poppins Light">
      <a:majorFont>
        <a:latin typeface="Bebas Neue"/>
        <a:ea typeface="Arial Unicode MS"/>
        <a:cs typeface=""/>
      </a:majorFont>
      <a:minorFont>
        <a:latin typeface="Poppins Light"/>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sz="2400" dirty="0" smtClean="0">
            <a:solidFill>
              <a:srgbClr val="0F0C1C"/>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PPTMON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bas Neue - Poppins Light">
      <a:majorFont>
        <a:latin typeface="Bebas Neue"/>
        <a:ea typeface="Arial Unicode MS"/>
        <a:cs typeface=""/>
      </a:majorFont>
      <a:minorFont>
        <a:latin typeface="Poppins Light"/>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ln>
      </a:spPr>
      <a:bodyPr rtlCol="0" anchor="ctr"/>
      <a:lstStyle>
        <a:defPPr algn="ctr">
          <a:defRPr sz="2400" dirty="0" smtClean="0">
            <a:solidFill>
              <a:srgbClr val="0F0C1C"/>
            </a:solidFill>
            <a:latin typeface="+mj-lt"/>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934</Words>
  <Application>Microsoft Office PowerPoint</Application>
  <PresentationFormat>宽屏</PresentationFormat>
  <Paragraphs>77</Paragraphs>
  <Slides>12</Slides>
  <Notes>7</Notes>
  <HiddenSlides>0</HiddenSlides>
  <MMClips>0</MMClips>
  <ScaleCrop>false</ScaleCrop>
  <HeadingPairs>
    <vt:vector size="6" baseType="variant">
      <vt:variant>
        <vt:lpstr>已用的字体</vt:lpstr>
      </vt:variant>
      <vt:variant>
        <vt:i4>6</vt:i4>
      </vt:variant>
      <vt:variant>
        <vt:lpstr>主题</vt:lpstr>
      </vt:variant>
      <vt:variant>
        <vt:i4>5</vt:i4>
      </vt:variant>
      <vt:variant>
        <vt:lpstr>幻灯片标题</vt:lpstr>
      </vt:variant>
      <vt:variant>
        <vt:i4>12</vt:i4>
      </vt:variant>
    </vt:vector>
  </HeadingPairs>
  <TitlesOfParts>
    <vt:vector size="23" baseType="lpstr">
      <vt:lpstr>Wingdings</vt:lpstr>
      <vt:lpstr>Arial</vt:lpstr>
      <vt:lpstr>Bebas Neue</vt:lpstr>
      <vt:lpstr>Malgun Gothic</vt:lpstr>
      <vt:lpstr>Overpass Light</vt:lpstr>
      <vt:lpstr>Poppins Light</vt:lpstr>
      <vt:lpstr>PPTMON theme</vt:lpstr>
      <vt:lpstr>1_PPTMON theme</vt:lpstr>
      <vt:lpstr>2_PPTMON theme</vt:lpstr>
      <vt:lpstr>3_PPTMON theme</vt:lpstr>
      <vt:lpstr>4_PPTMON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5</dc:creator>
  <cp:lastModifiedBy>yy Eluid</cp:lastModifiedBy>
  <cp:revision>311</cp:revision>
  <dcterms:created xsi:type="dcterms:W3CDTF">2019-04-06T05:20:00Z</dcterms:created>
  <dcterms:modified xsi:type="dcterms:W3CDTF">2023-12-14T00:53:27Z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65DAA69E97A34E4581F163585D47C99D_13</vt:lpwstr>
  </property>
  <property fmtid="{D5CDD505-2E9C-101B-9397-08002B2CF9AE}" pid="3" name="KSOProductBuildVer">
    <vt:lpwstr>2052-12.1.0.16120</vt:lpwstr>
  </property>
</Properties>
</file>